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41F0-B2E3-4A98-A69E-1281E8C25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57806-D11B-4CB7-BC20-3A99E9A51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22D08-BB8A-46F5-8889-CCEB149E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E089A-1CF4-45C2-9029-E3E15FA2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599A4-9DD9-4743-96F2-03DBB680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188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3069-CA6A-40B1-B1CF-D1F18ACD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5F052-3B52-495B-B464-2C5AD41DF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C61A-14AD-42E8-A8BB-CEFDED23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0FF7B-805C-4319-8D12-AC1A8C8F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22CD2-797E-4A13-94C9-895D4B80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823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7BD4-BEA9-4CCA-B42E-90A26D43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1D2FF-47E1-4064-8875-9EC32F904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6C12E-7A75-4777-8480-A5FD39F4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90C91-EC4E-4346-AA9B-3D89D44EE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7D50-4CA1-45A7-970C-5D3D2D43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418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C454-6FD1-4A93-AC91-3D1258994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D4E70-C9EA-4380-851B-20C11253B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5D9CE-4BB9-47BB-9452-3878581DE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267F-EF88-49A6-B37C-E94B70FB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8775E-998C-4B46-948C-D420F38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C2EC3-E3EE-4BA3-B61D-1B4EF481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0762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A490-EC5C-4BA7-99A5-6A419B62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5B33E-EE64-4C1D-966B-74AB6415E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25306A-CCF1-45FD-9C44-DA1301A06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AA9D0-D6B1-496C-8047-7CC95A8E0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C63EB-4AC0-44B0-BE6C-08F9C35DF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1F14DD-CC2C-4DDF-8B12-4FAA6F98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2D12C-F138-4FE6-B7C1-089BA43D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B6075-7D76-4B9C-964E-708D0933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329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8D742-A462-4E30-86FD-CA2075CB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8B3DE-8D5F-4D49-90D7-881C67A7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48BEBB-5078-4B53-BF15-BBAD907E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69D58-C31C-419E-97A0-2B2B6134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88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DA02B-21CC-4BE8-9DCE-3A348ECB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DEF2D-E3B5-40F5-A917-72FD8108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7D49D-0F4C-4369-A7C5-7D02BE67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406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4E88-CEB8-4916-ADC9-F3CF5C5E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2DC3A-A023-4D0F-B7B0-8AEB471A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1FD80-5DF4-4491-ACAF-68BA153F2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470AD-CE37-4584-B3CB-B1166C79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08448-2E64-413B-A8C9-C0BE96F6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C5758-E564-4D9F-A88C-BD4D1E18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737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9446B-8053-49E0-AE25-7E89C340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E5F7C2-44E5-44DE-8000-1B7CE8B9A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9E225-DACF-440E-B06E-F06B97326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66225-04C5-4159-A75D-1B2009F6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204D7-0E4D-41B3-843D-89A28238E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77CE3-FDCB-408A-B0BA-CC42B8C3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17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FB56-EE15-4279-B019-AB8A0382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20AE9-C73F-4165-8988-53F51DCBA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80D0-8D33-40F1-AAED-83CBAE9A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811A8-6F1F-4DBB-9789-08737EC3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451EB-27AA-495D-8964-3D695CAF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5294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E8B26-4371-4A03-AF4F-C3F6A3D84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B2839-86B3-457A-9C6F-72AFFD0CE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6462-6454-47F8-88E3-E7B7EB5D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5F09-AA45-4FD1-9736-4BCD14D0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DEF3-958C-422D-9E9A-D2608B365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687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F231B-521C-4BCE-A1E5-D267FD5C1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9A214-AE6F-4F49-8E74-C107EDF2A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BDECF-6212-4391-ADE8-D68602A1F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215AA-1D2A-47DF-825B-966A7AEBDD92}" type="datetimeFigureOut">
              <a:rPr lang="vi-VN" smtClean="0"/>
              <a:t>08/08/2025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7C1E4-AC56-448C-AC84-22138750B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D073-6020-4B85-8A66-6B84A163D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724D3-3981-45E3-B35C-4F0C8C50F2E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761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alandoresearch/fashion-mnis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0D6E0B-3072-4E23-BCC0-CEA79D7AFB33}"/>
              </a:ext>
            </a:extLst>
          </p:cNvPr>
          <p:cNvSpPr txBox="1"/>
          <p:nvPr/>
        </p:nvSpPr>
        <p:spPr>
          <a:xfrm>
            <a:off x="2462893" y="133895"/>
            <a:ext cx="84500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GitHub - </a:t>
            </a:r>
            <a:r>
              <a:rPr lang="en-US" dirty="0" err="1">
                <a:hlinkClick r:id="rId2"/>
              </a:rPr>
              <a:t>zalandoresearch</a:t>
            </a:r>
            <a:r>
              <a:rPr lang="en-US" dirty="0">
                <a:hlinkClick r:id="rId2"/>
              </a:rPr>
              <a:t>/fashion-</a:t>
            </a:r>
            <a:r>
              <a:rPr lang="en-US" dirty="0" err="1">
                <a:hlinkClick r:id="rId2"/>
              </a:rPr>
              <a:t>mnist</a:t>
            </a:r>
            <a:r>
              <a:rPr lang="en-US" dirty="0">
                <a:hlinkClick r:id="rId2"/>
              </a:rPr>
              <a:t>: A MNIST-like fashion product database. Benchmark</a:t>
            </a:r>
            <a:endParaRPr lang="en-US" dirty="0"/>
          </a:p>
          <a:p>
            <a:r>
              <a:rPr lang="en-US" dirty="0">
                <a:hlinkClick r:id="rId2"/>
              </a:rPr>
              <a:t>https://github.com//zalandoresearch/fashion-mnist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AI. 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tin </a:t>
            </a:r>
            <a:r>
              <a:rPr lang="en-US" dirty="0">
                <a:hlinkClick r:id="rId2"/>
              </a:rPr>
              <a:t>fashion-mnist</a:t>
            </a:r>
            <a:r>
              <a:rPr lang="en-US" dirty="0"/>
              <a:t>-master.zip,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nén</a:t>
            </a:r>
            <a:r>
              <a:rPr lang="en-US" dirty="0"/>
              <a:t> </a:t>
            </a:r>
            <a:r>
              <a:rPr lang="en-US" dirty="0" err="1"/>
              <a:t>nó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Sao </a:t>
            </a:r>
            <a:r>
              <a:rPr lang="en-US" dirty="0" err="1"/>
              <a:t>chép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tin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>
                <a:hlinkClick r:id="rId2"/>
              </a:rPr>
              <a:t> fashion-</a:t>
            </a:r>
            <a:r>
              <a:rPr lang="en-US" dirty="0" err="1">
                <a:hlinkClick r:id="rId2"/>
              </a:rPr>
              <a:t>mnist</a:t>
            </a:r>
            <a:r>
              <a:rPr lang="en-US" dirty="0"/>
              <a:t>-master/data/fashion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thưu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AI/data/</a:t>
            </a:r>
            <a:r>
              <a:rPr lang="en-US" dirty="0" err="1"/>
              <a:t>FashionMNIST</a:t>
            </a:r>
            <a:r>
              <a:rPr lang="en-US" dirty="0"/>
              <a:t>/raw (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AI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)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tin extract_data.py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nén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tin   ( </a:t>
            </a:r>
            <a:r>
              <a:rPr lang="en-US" dirty="0" err="1"/>
              <a:t>tạo</a:t>
            </a:r>
            <a:r>
              <a:rPr lang="en-US" dirty="0"/>
              <a:t> ra file csv)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Images/t10k-images: </a:t>
            </a:r>
            <a:r>
              <a:rPr lang="en-US" sz="1800" dirty="0"/>
              <a:t>Testing test </a:t>
            </a:r>
            <a:r>
              <a:rPr lang="en-US" dirty="0"/>
              <a:t>: 10000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sát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Images/</a:t>
            </a:r>
            <a:r>
              <a:rPr lang="en-US" dirty="0" err="1"/>
              <a:t>train-images:Training</a:t>
            </a:r>
            <a:r>
              <a:rPr lang="en-US" dirty="0"/>
              <a:t> Test </a:t>
            </a:r>
            <a:r>
              <a:rPr lang="en-US" sz="1800" dirty="0"/>
              <a:t>: 600000 </a:t>
            </a:r>
            <a:r>
              <a:rPr lang="en-US" sz="1800" dirty="0" err="1"/>
              <a:t>huấn</a:t>
            </a:r>
            <a:r>
              <a:rPr lang="en-US" sz="1800" dirty="0"/>
              <a:t> </a:t>
            </a:r>
            <a:r>
              <a:rPr lang="en-US" sz="1800" dirty="0" err="1"/>
              <a:t>luyện</a:t>
            </a:r>
            <a:endParaRPr lang="en-US" sz="1800" dirty="0"/>
          </a:p>
          <a:p>
            <a:pPr marL="742950" lvl="1" indent="-285750">
              <a:buFontTx/>
              <a:buChar char="-"/>
            </a:pPr>
            <a:r>
              <a:rPr lang="en-US" dirty="0"/>
              <a:t>Labels: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thử</a:t>
            </a:r>
            <a:endParaRPr lang="en-US" sz="18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4E595-CE69-460C-82D6-232C9F22A445}"/>
              </a:ext>
            </a:extLst>
          </p:cNvPr>
          <p:cNvSpPr txBox="1"/>
          <p:nvPr/>
        </p:nvSpPr>
        <p:spPr>
          <a:xfrm>
            <a:off x="2211161" y="3429000"/>
            <a:ext cx="85344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 err="1"/>
              <a:t>Đây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bộ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Fashion MNIST </a:t>
            </a:r>
            <a:r>
              <a:rPr lang="en-US" sz="1400" dirty="0" err="1"/>
              <a:t>có</a:t>
            </a:r>
            <a:r>
              <a:rPr lang="en-US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Training Test: 60000 </a:t>
            </a:r>
            <a:r>
              <a:rPr lang="en-US" sz="1400" dirty="0" err="1"/>
              <a:t>quan</a:t>
            </a:r>
            <a:r>
              <a:rPr lang="en-US" sz="1400" dirty="0"/>
              <a:t> </a:t>
            </a:r>
            <a:r>
              <a:rPr lang="en-US" sz="1400" dirty="0" err="1"/>
              <a:t>sát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Testing test: 10000</a:t>
            </a:r>
          </a:p>
          <a:p>
            <a:pPr marL="285750" indent="-285750">
              <a:buFontTx/>
              <a:buChar char="-"/>
            </a:pPr>
            <a:r>
              <a:rPr lang="en-US" sz="1400" dirty="0" err="1"/>
              <a:t>Mỗi</a:t>
            </a:r>
            <a:r>
              <a:rPr lang="en-US" sz="1400" dirty="0"/>
              <a:t> </a:t>
            </a:r>
            <a:r>
              <a:rPr lang="en-US" sz="1400" dirty="0" err="1"/>
              <a:t>quan</a:t>
            </a:r>
            <a:r>
              <a:rPr lang="en-US" sz="1400" dirty="0"/>
              <a:t> </a:t>
            </a:r>
            <a:r>
              <a:rPr lang="en-US" sz="1400" dirty="0" err="1"/>
              <a:t>sá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1 </a:t>
            </a:r>
            <a:r>
              <a:rPr lang="en-US" sz="1400" dirty="0" err="1"/>
              <a:t>ảnh</a:t>
            </a:r>
            <a:r>
              <a:rPr lang="en-US" sz="1400" dirty="0"/>
              <a:t> 28x28 </a:t>
            </a:r>
            <a:r>
              <a:rPr lang="en-US" sz="1400" dirty="0" err="1"/>
              <a:t>trắng</a:t>
            </a:r>
            <a:r>
              <a:rPr lang="en-US" sz="1400" dirty="0"/>
              <a:t> </a:t>
            </a:r>
            <a:r>
              <a:rPr lang="en-US" sz="1400" dirty="0" err="1"/>
              <a:t>đen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gán</a:t>
            </a:r>
            <a:r>
              <a:rPr lang="en-US" sz="1400" dirty="0"/>
              <a:t> </a:t>
            </a:r>
            <a:r>
              <a:rPr lang="en-US" sz="1400" dirty="0" err="1"/>
              <a:t>nhãn</a:t>
            </a:r>
            <a:r>
              <a:rPr lang="en-US" sz="1400" dirty="0"/>
              <a:t> 0-9, </a:t>
            </a:r>
            <a:r>
              <a:rPr lang="en-US" sz="1400" dirty="0" err="1"/>
              <a:t>tương</a:t>
            </a:r>
            <a:r>
              <a:rPr lang="en-US" sz="1400" dirty="0"/>
              <a:t> </a:t>
            </a:r>
            <a:r>
              <a:rPr lang="en-US" sz="1400" dirty="0" err="1"/>
              <a:t>đương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10 </a:t>
            </a:r>
            <a:r>
              <a:rPr lang="en-US" sz="1400" dirty="0" err="1"/>
              <a:t>nhãn</a:t>
            </a:r>
            <a:r>
              <a:rPr lang="en-US" sz="1400" dirty="0"/>
              <a:t> </a:t>
            </a:r>
            <a:r>
              <a:rPr lang="en-US" sz="1400" dirty="0" err="1"/>
              <a:t>quần</a:t>
            </a:r>
            <a:r>
              <a:rPr lang="en-US" sz="1400" dirty="0"/>
              <a:t> </a:t>
            </a:r>
            <a:r>
              <a:rPr lang="en-US" sz="1400" dirty="0" err="1"/>
              <a:t>áo</a:t>
            </a:r>
            <a:r>
              <a:rPr lang="en-US" sz="1400" dirty="0"/>
              <a:t>, </a:t>
            </a:r>
            <a:r>
              <a:rPr lang="en-US" sz="1400" dirty="0" err="1"/>
              <a:t>dép</a:t>
            </a:r>
            <a:r>
              <a:rPr lang="en-US" sz="1400" dirty="0"/>
              <a:t>…. </a:t>
            </a:r>
            <a:r>
              <a:rPr lang="en-US" sz="1400" dirty="0" err="1"/>
              <a:t>khác</a:t>
            </a:r>
            <a:r>
              <a:rPr lang="en-US" sz="1400" dirty="0"/>
              <a:t> </a:t>
            </a:r>
            <a:r>
              <a:rPr lang="en-US" sz="1400" dirty="0" err="1"/>
              <a:t>nhau</a:t>
            </a:r>
            <a:endParaRPr lang="en-US" sz="1400" dirty="0"/>
          </a:p>
          <a:p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0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 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"T-shirt/top: Áo thun hoặc áo trên“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1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 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"Trouzer/top: Quần dài“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2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 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"Pullover: Áo len chui đầu“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3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"Dress: Váy“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4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"Coat: Áo khoác“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5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"Sandal: Dép sandal“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6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"Shirt: Áo sơ mi“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7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"Snearker:Giày thể thao“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8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"Bag: Túi“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: 6000,1000</a:t>
            </a:r>
            <a:br>
              <a:rPr lang="vi-VN" altLang="vi-VN" sz="1400" dirty="0">
                <a:solidFill>
                  <a:srgbClr val="BCBEC4"/>
                </a:solidFill>
                <a:latin typeface="JetBrains Mono"/>
              </a:rPr>
            </a:br>
            <a:r>
              <a:rPr lang="vi-VN" altLang="vi-VN" sz="1400" dirty="0">
                <a:solidFill>
                  <a:srgbClr val="2AACB8"/>
                </a:solidFill>
                <a:latin typeface="JetBrains Mono"/>
              </a:rPr>
              <a:t>9</a:t>
            </a:r>
            <a:r>
              <a:rPr lang="vi-VN" altLang="vi-VN" sz="1400" dirty="0">
                <a:solidFill>
                  <a:srgbClr val="BCBEC4"/>
                </a:solidFill>
                <a:latin typeface="JetBrains Mono"/>
              </a:rPr>
              <a:t>:</a:t>
            </a:r>
            <a:r>
              <a:rPr lang="vi-VN" altLang="vi-VN" sz="1400" dirty="0">
                <a:solidFill>
                  <a:srgbClr val="6AAB73"/>
                </a:solidFill>
                <a:latin typeface="JetBrains Mono"/>
              </a:rPr>
              <a:t>"Ankle boot:Giày bốt cổ chân“</a:t>
            </a:r>
            <a:r>
              <a:rPr lang="en-US" altLang="vi-VN" sz="1400" dirty="0">
                <a:solidFill>
                  <a:srgbClr val="6AAB73"/>
                </a:solidFill>
                <a:latin typeface="JetBrains Mono"/>
              </a:rPr>
              <a:t>:</a:t>
            </a:r>
            <a:r>
              <a:rPr lang="en-US" altLang="vi-VN" sz="1400" dirty="0">
                <a:solidFill>
                  <a:srgbClr val="BCBEC4"/>
                </a:solidFill>
                <a:latin typeface="JetBrains Mono"/>
              </a:rPr>
              <a:t> 6000,1000</a:t>
            </a:r>
          </a:p>
          <a:p>
            <a:endParaRPr lang="vi-VN" altLang="vi-VN" sz="1400" dirty="0"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vi-VN" sz="1400" dirty="0"/>
          </a:p>
        </p:txBody>
      </p:sp>
    </p:spTree>
    <p:extLst>
      <p:ext uri="{BB962C8B-B14F-4D97-AF65-F5344CB8AC3E}">
        <p14:creationId xmlns:p14="http://schemas.microsoft.com/office/powerpoint/2010/main" val="291870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290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JetBrains Mono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2025-08-08T04:24:12Z</dcterms:created>
  <dcterms:modified xsi:type="dcterms:W3CDTF">2025-08-08T05:22:17Z</dcterms:modified>
</cp:coreProperties>
</file>