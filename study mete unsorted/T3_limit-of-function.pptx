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4"/>
  </p:notesMasterIdLst>
  <p:handoutMasterIdLst>
    <p:handoutMasterId r:id="rId45"/>
  </p:handoutMasterIdLst>
  <p:sldIdLst>
    <p:sldId id="256" r:id="rId2"/>
    <p:sldId id="283" r:id="rId3"/>
    <p:sldId id="284" r:id="rId4"/>
    <p:sldId id="285" r:id="rId5"/>
    <p:sldId id="279" r:id="rId6"/>
    <p:sldId id="288" r:id="rId7"/>
    <p:sldId id="308" r:id="rId8"/>
    <p:sldId id="310" r:id="rId9"/>
    <p:sldId id="281" r:id="rId10"/>
    <p:sldId id="289" r:id="rId11"/>
    <p:sldId id="309" r:id="rId12"/>
    <p:sldId id="291" r:id="rId13"/>
    <p:sldId id="282" r:id="rId14"/>
    <p:sldId id="264" r:id="rId15"/>
    <p:sldId id="311" r:id="rId16"/>
    <p:sldId id="296" r:id="rId17"/>
    <p:sldId id="297" r:id="rId18"/>
    <p:sldId id="298" r:id="rId19"/>
    <p:sldId id="299" r:id="rId20"/>
    <p:sldId id="300" r:id="rId21"/>
    <p:sldId id="301" r:id="rId22"/>
    <p:sldId id="303" r:id="rId23"/>
    <p:sldId id="304" r:id="rId24"/>
    <p:sldId id="305" r:id="rId25"/>
    <p:sldId id="280" r:id="rId26"/>
    <p:sldId id="261" r:id="rId27"/>
    <p:sldId id="262" r:id="rId28"/>
    <p:sldId id="263" r:id="rId29"/>
    <p:sldId id="265" r:id="rId30"/>
    <p:sldId id="266" r:id="rId31"/>
    <p:sldId id="267" r:id="rId32"/>
    <p:sldId id="268" r:id="rId33"/>
    <p:sldId id="269" r:id="rId34"/>
    <p:sldId id="270" r:id="rId35"/>
    <p:sldId id="271" r:id="rId36"/>
    <p:sldId id="272" r:id="rId37"/>
    <p:sldId id="273" r:id="rId38"/>
    <p:sldId id="274" r:id="rId39"/>
    <p:sldId id="275" r:id="rId40"/>
    <p:sldId id="276" r:id="rId41"/>
    <p:sldId id="277" r:id="rId42"/>
    <p:sldId id="278" r:id="rId43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140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Relationship Id="rId6" Type="http://schemas.openxmlformats.org/officeDocument/2006/relationships/image" Target="../media/image15.wmf"/><Relationship Id="rId5" Type="http://schemas.openxmlformats.org/officeDocument/2006/relationships/image" Target="../media/image14.wmf"/><Relationship Id="rId4" Type="http://schemas.openxmlformats.org/officeDocument/2006/relationships/image" Target="../media/image13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Relationship Id="rId4" Type="http://schemas.openxmlformats.org/officeDocument/2006/relationships/image" Target="../media/image25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5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90.wmf"/><Relationship Id="rId2" Type="http://schemas.openxmlformats.org/officeDocument/2006/relationships/image" Target="../media/image89.wmf"/><Relationship Id="rId1" Type="http://schemas.openxmlformats.org/officeDocument/2006/relationships/image" Target="../media/image88.wmf"/><Relationship Id="rId4" Type="http://schemas.openxmlformats.org/officeDocument/2006/relationships/image" Target="../media/image91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94.wmf"/><Relationship Id="rId1" Type="http://schemas.openxmlformats.org/officeDocument/2006/relationships/image" Target="../media/image93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97.wmf"/><Relationship Id="rId1" Type="http://schemas.openxmlformats.org/officeDocument/2006/relationships/image" Target="../media/image96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wmf"/><Relationship Id="rId2" Type="http://schemas.openxmlformats.org/officeDocument/2006/relationships/image" Target="../media/image100.wmf"/><Relationship Id="rId1" Type="http://schemas.openxmlformats.org/officeDocument/2006/relationships/image" Target="../media/image99.wmf"/><Relationship Id="rId6" Type="http://schemas.openxmlformats.org/officeDocument/2006/relationships/image" Target="../media/image104.wmf"/><Relationship Id="rId5" Type="http://schemas.openxmlformats.org/officeDocument/2006/relationships/image" Target="../media/image103.wmf"/><Relationship Id="rId4" Type="http://schemas.openxmlformats.org/officeDocument/2006/relationships/image" Target="../media/image102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wmf"/><Relationship Id="rId1" Type="http://schemas.openxmlformats.org/officeDocument/2006/relationships/image" Target="../media/image105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wmf"/><Relationship Id="rId2" Type="http://schemas.openxmlformats.org/officeDocument/2006/relationships/image" Target="../media/image109.wmf"/><Relationship Id="rId1" Type="http://schemas.openxmlformats.org/officeDocument/2006/relationships/image" Target="../media/image108.wmf"/><Relationship Id="rId5" Type="http://schemas.openxmlformats.org/officeDocument/2006/relationships/image" Target="../media/image112.wmf"/><Relationship Id="rId4" Type="http://schemas.openxmlformats.org/officeDocument/2006/relationships/image" Target="../media/image111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wmf"/><Relationship Id="rId1" Type="http://schemas.openxmlformats.org/officeDocument/2006/relationships/image" Target="../media/image113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wmf"/><Relationship Id="rId2" Type="http://schemas.openxmlformats.org/officeDocument/2006/relationships/image" Target="../media/image117.wmf"/><Relationship Id="rId1" Type="http://schemas.openxmlformats.org/officeDocument/2006/relationships/image" Target="../media/image116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wmf"/><Relationship Id="rId2" Type="http://schemas.openxmlformats.org/officeDocument/2006/relationships/image" Target="../media/image121.wmf"/><Relationship Id="rId1" Type="http://schemas.openxmlformats.org/officeDocument/2006/relationships/image" Target="../media/image120.w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wmf"/><Relationship Id="rId1" Type="http://schemas.openxmlformats.org/officeDocument/2006/relationships/image" Target="../media/image122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wmf"/><Relationship Id="rId2" Type="http://schemas.openxmlformats.org/officeDocument/2006/relationships/image" Target="../media/image125.wmf"/><Relationship Id="rId1" Type="http://schemas.openxmlformats.org/officeDocument/2006/relationships/image" Target="../media/image124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wmf"/><Relationship Id="rId2" Type="http://schemas.openxmlformats.org/officeDocument/2006/relationships/image" Target="../media/image128.wmf"/><Relationship Id="rId1" Type="http://schemas.openxmlformats.org/officeDocument/2006/relationships/image" Target="../media/image127.wmf"/><Relationship Id="rId4" Type="http://schemas.openxmlformats.org/officeDocument/2006/relationships/image" Target="../media/image130.w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wmf"/><Relationship Id="rId3" Type="http://schemas.openxmlformats.org/officeDocument/2006/relationships/image" Target="../media/image133.wmf"/><Relationship Id="rId7" Type="http://schemas.openxmlformats.org/officeDocument/2006/relationships/image" Target="../media/image137.wmf"/><Relationship Id="rId2" Type="http://schemas.openxmlformats.org/officeDocument/2006/relationships/image" Target="../media/image132.wmf"/><Relationship Id="rId1" Type="http://schemas.openxmlformats.org/officeDocument/2006/relationships/image" Target="../media/image131.wmf"/><Relationship Id="rId6" Type="http://schemas.openxmlformats.org/officeDocument/2006/relationships/image" Target="../media/image136.wmf"/><Relationship Id="rId5" Type="http://schemas.openxmlformats.org/officeDocument/2006/relationships/image" Target="../media/image135.wmf"/><Relationship Id="rId4" Type="http://schemas.openxmlformats.org/officeDocument/2006/relationships/image" Target="../media/image134.wmf"/><Relationship Id="rId9" Type="http://schemas.openxmlformats.org/officeDocument/2006/relationships/image" Target="../media/image139.w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wmf"/><Relationship Id="rId1" Type="http://schemas.openxmlformats.org/officeDocument/2006/relationships/image" Target="../media/image140.w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3.wmf"/><Relationship Id="rId1" Type="http://schemas.openxmlformats.org/officeDocument/2006/relationships/image" Target="../media/image142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wmf"/><Relationship Id="rId2" Type="http://schemas.openxmlformats.org/officeDocument/2006/relationships/image" Target="../media/image145.wmf"/><Relationship Id="rId1" Type="http://schemas.openxmlformats.org/officeDocument/2006/relationships/image" Target="../media/image144.wmf"/><Relationship Id="rId5" Type="http://schemas.openxmlformats.org/officeDocument/2006/relationships/image" Target="../media/image148.wmf"/><Relationship Id="rId4" Type="http://schemas.openxmlformats.org/officeDocument/2006/relationships/image" Target="../media/image147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wmf"/><Relationship Id="rId2" Type="http://schemas.openxmlformats.org/officeDocument/2006/relationships/image" Target="../media/image150.wmf"/><Relationship Id="rId1" Type="http://schemas.openxmlformats.org/officeDocument/2006/relationships/image" Target="../media/image149.wmf"/><Relationship Id="rId5" Type="http://schemas.openxmlformats.org/officeDocument/2006/relationships/image" Target="../media/image153.wmf"/><Relationship Id="rId4" Type="http://schemas.openxmlformats.org/officeDocument/2006/relationships/image" Target="../media/image152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wmf"/><Relationship Id="rId2" Type="http://schemas.openxmlformats.org/officeDocument/2006/relationships/image" Target="../media/image154.wmf"/><Relationship Id="rId1" Type="http://schemas.openxmlformats.org/officeDocument/2006/relationships/image" Target="../media/image149.wmf"/><Relationship Id="rId5" Type="http://schemas.openxmlformats.org/officeDocument/2006/relationships/image" Target="../media/image157.wmf"/><Relationship Id="rId4" Type="http://schemas.openxmlformats.org/officeDocument/2006/relationships/image" Target="../media/image156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wmf"/><Relationship Id="rId2" Type="http://schemas.openxmlformats.org/officeDocument/2006/relationships/image" Target="../media/image159.wmf"/><Relationship Id="rId1" Type="http://schemas.openxmlformats.org/officeDocument/2006/relationships/image" Target="../media/image158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wmf"/><Relationship Id="rId2" Type="http://schemas.openxmlformats.org/officeDocument/2006/relationships/image" Target="../media/image161.wmf"/><Relationship Id="rId1" Type="http://schemas.openxmlformats.org/officeDocument/2006/relationships/image" Target="../media/image158.wmf"/><Relationship Id="rId5" Type="http://schemas.openxmlformats.org/officeDocument/2006/relationships/image" Target="../media/image164.wmf"/><Relationship Id="rId4" Type="http://schemas.openxmlformats.org/officeDocument/2006/relationships/image" Target="../media/image163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7.wmf"/><Relationship Id="rId2" Type="http://schemas.openxmlformats.org/officeDocument/2006/relationships/image" Target="../media/image166.wmf"/><Relationship Id="rId1" Type="http://schemas.openxmlformats.org/officeDocument/2006/relationships/image" Target="../media/image165.wmf"/><Relationship Id="rId6" Type="http://schemas.openxmlformats.org/officeDocument/2006/relationships/image" Target="../media/image170.wmf"/><Relationship Id="rId5" Type="http://schemas.openxmlformats.org/officeDocument/2006/relationships/image" Target="../media/image169.wmf"/><Relationship Id="rId4" Type="http://schemas.openxmlformats.org/officeDocument/2006/relationships/image" Target="../media/image168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4.wmf"/><Relationship Id="rId2" Type="http://schemas.openxmlformats.org/officeDocument/2006/relationships/image" Target="../media/image193.wmf"/><Relationship Id="rId1" Type="http://schemas.openxmlformats.org/officeDocument/2006/relationships/image" Target="../media/image192.wmf"/><Relationship Id="rId5" Type="http://schemas.openxmlformats.org/officeDocument/2006/relationships/image" Target="../media/image196.wmf"/><Relationship Id="rId4" Type="http://schemas.openxmlformats.org/officeDocument/2006/relationships/image" Target="../media/image195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9.wmf"/><Relationship Id="rId2" Type="http://schemas.openxmlformats.org/officeDocument/2006/relationships/image" Target="../media/image198.wmf"/><Relationship Id="rId1" Type="http://schemas.openxmlformats.org/officeDocument/2006/relationships/image" Target="../media/image197.wmf"/><Relationship Id="rId6" Type="http://schemas.openxmlformats.org/officeDocument/2006/relationships/image" Target="../media/image202.wmf"/><Relationship Id="rId5" Type="http://schemas.openxmlformats.org/officeDocument/2006/relationships/image" Target="../media/image201.wmf"/><Relationship Id="rId4" Type="http://schemas.openxmlformats.org/officeDocument/2006/relationships/image" Target="../media/image200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4.wmf"/><Relationship Id="rId2" Type="http://schemas.openxmlformats.org/officeDocument/2006/relationships/image" Target="../media/image197.wmf"/><Relationship Id="rId1" Type="http://schemas.openxmlformats.org/officeDocument/2006/relationships/image" Target="../media/image203.wmf"/><Relationship Id="rId6" Type="http://schemas.openxmlformats.org/officeDocument/2006/relationships/image" Target="../media/image207.wmf"/><Relationship Id="rId5" Type="http://schemas.openxmlformats.org/officeDocument/2006/relationships/image" Target="../media/image206.wmf"/><Relationship Id="rId4" Type="http://schemas.openxmlformats.org/officeDocument/2006/relationships/image" Target="../media/image205.w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wmf"/><Relationship Id="rId2" Type="http://schemas.openxmlformats.org/officeDocument/2006/relationships/image" Target="../media/image209.wmf"/><Relationship Id="rId1" Type="http://schemas.openxmlformats.org/officeDocument/2006/relationships/image" Target="../media/image208.wmf"/><Relationship Id="rId6" Type="http://schemas.openxmlformats.org/officeDocument/2006/relationships/image" Target="../media/image213.wmf"/><Relationship Id="rId5" Type="http://schemas.openxmlformats.org/officeDocument/2006/relationships/image" Target="../media/image212.wmf"/><Relationship Id="rId4" Type="http://schemas.openxmlformats.org/officeDocument/2006/relationships/image" Target="../media/image211.w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5.wmf"/><Relationship Id="rId2" Type="http://schemas.openxmlformats.org/officeDocument/2006/relationships/image" Target="../media/image214.wmf"/><Relationship Id="rId1" Type="http://schemas.openxmlformats.org/officeDocument/2006/relationships/image" Target="../media/image208.wmf"/><Relationship Id="rId5" Type="http://schemas.openxmlformats.org/officeDocument/2006/relationships/image" Target="../media/image217.wmf"/><Relationship Id="rId4" Type="http://schemas.openxmlformats.org/officeDocument/2006/relationships/image" Target="../media/image216.wmf"/></Relationships>
</file>

<file path=ppt/drawings/_rels/vmlDrawing3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9.wmf"/><Relationship Id="rId1" Type="http://schemas.openxmlformats.org/officeDocument/2006/relationships/image" Target="../media/image218.wmf"/></Relationships>
</file>

<file path=ppt/drawings/_rels/vmlDrawing3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1.wmf"/><Relationship Id="rId1" Type="http://schemas.openxmlformats.org/officeDocument/2006/relationships/image" Target="../media/image220.wmf"/></Relationships>
</file>

<file path=ppt/drawings/_rels/vmlDrawing3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3.wmf"/><Relationship Id="rId1" Type="http://schemas.openxmlformats.org/officeDocument/2006/relationships/image" Target="../media/image222.wmf"/></Relationships>
</file>

<file path=ppt/drawings/_rels/vmlDrawing3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5.wmf"/><Relationship Id="rId1" Type="http://schemas.openxmlformats.org/officeDocument/2006/relationships/image" Target="../media/image224.wmf"/></Relationships>
</file>

<file path=ppt/drawings/_rels/vmlDrawing3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7.wmf"/><Relationship Id="rId1" Type="http://schemas.openxmlformats.org/officeDocument/2006/relationships/image" Target="../media/image226.wmf"/></Relationships>
</file>

<file path=ppt/drawings/_rels/vmlDrawing3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9.wmf"/><Relationship Id="rId1" Type="http://schemas.openxmlformats.org/officeDocument/2006/relationships/image" Target="../media/image228.wmf"/></Relationships>
</file>

<file path=ppt/drawings/_rels/vmlDrawing3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1.wmf"/><Relationship Id="rId1" Type="http://schemas.openxmlformats.org/officeDocument/2006/relationships/image" Target="../media/image230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3FA895A4-D842-4A09-9512-F03520E36B78}" type="datetimeFigureOut">
              <a:rPr lang="en-US" smtClean="0"/>
              <a:t>10/6/2021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556A46F2-7E89-494A-BE36-3F0198A70F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61067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6T06:34:14.3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 7 5958,'0'0'1025,"-29"-7"-1250,29 23-159,0 4-3396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6T06:35:51.7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53 9 4740,'0'0'518,"-7"-1"-181,-19-3-252,19 2-32,-5 0 4824,37 4-4821,542-2 2127,-558 0-4350,8 0-1436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6T06:35:52.9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156 0 8552,'0'0'609,"-155"23"-609,155-20-449,0 0-768,18-3-481,11 0-1569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6T06:35:56.6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 0 961,'0'0'2797,"-2"0"-2594,-10 0 4625,13 0-4689,10 0-2367,9 0-1141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6T06:36:11.5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49 2402,'0'0'1879,"0"0"-1829,0-1 1,0 1-1,0 0 0,0 0 0,0 0 0,0 0 0,0-1 0,-1 1 0,1 0 0,0 0 0,0 0 0,0-1 1,0 1-1,0 0 0,0 0 0,0 0 0,0-1 0,0 1 0,0 0 0,0 0 0,0 0 0,0-1 0,1 1 0,-1 0 1,0 0-1,0 0 0,0-1 0,0 1 0,0 0 0,0 0 0,0 0 0,0 0 0,1-1 0,113 2 1219,279-10-226,338-12 20,-643 21-818,55 3-129,105-3 93,-213-6-193,-32 6 1922,-3-1-1979,0 1-1,0 0 0,1-1 1,-1 1-1,0 0 0,0-1 1,0 1-1,1 0 0,-1-1 1,0 1-1,1 0 1,-1 0-1,0-1 0,1 1 1,-1 0-1,0 0 0,1 0 1,-1 0-1,0-1 0,1 1 1,-1 0-1,1 0 1,-1 0-1,1 0 0,14-1-2173,9-2-1704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6T06:43:07.7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 7 6438,'0'0'4228,"-33"-6"-4164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6T08:22:04.3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1121,'0'0'929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6T06:44:46.5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120 0 11082,'0'0'1794,"-58"7"-2146,40-7-4068,-25 0 1857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6T06:45:16.8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 1 1377,'0'0'801,"-43"13"-1089,54-7 128,10 0-321,1-2-352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6T06:45:18.1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 1 96,'0'0'2194,"-6"0"-1703,-24 0 839,39 10-1218,4-2 7,1-1 1,0 0-1,1-1 1,25 7-1,68 11 94,-61-15-46,28 6-2,135 10 1,-88-10-100,-14 0-26,-18-7-34,116 5 31,453-13 337,-626-1-350,38-8 0,-38 5 0,39-1 0,367-2 595,-438 7 134,11 0-150,-9 0-693,0-1-1,-1 1 1,1-1-1,-1 0 1,1 1-1,-1-1 1,1-1-1,-1 1 1,0 0-1,1-1 1,-1 1-1,0-1 1,0 1-1,0-1 1,0 0-1,3-4 1,0 1-342,39-37-4154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6T06:45:26.7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 7 545,'0'0'864,"-29"-7"-960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6T06:45:37.7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1 160,'0'0'737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6T06:45:40.5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 98 192,'0'0'646,"-28"0"4313,71 0-1041,94 0-3928,87 9 106,-16-2-64,-110 0-47,-49-2 30,265 1-161,-180-8 1413,-108 2-1288,515 0 112,-525-6 10,-15 6-101,28-6 11,-24 4 0,18 0-11,-19 1 0,-4-1 2380,0-4-2273,0-44-577,0-5-2412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6T06:45:52.4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 13 1121,'0'0'982,"-3"0"-886,-8-3 1159,13 3 2713,12 3-555,-2 0-4756,29 10 1594,1-3 1,78 10-1,88-11 62,-148-6-86,107 20-1,4 0-75,318-13 162,-356-10-247,169-10 51,30 7-117,-332 3 10,1 0-1,-1 0 1,0 0 0,1 0-1,-1 0 1,1 0 0,-1 0-1,0 0 1,1 0 0,-1 0-1,0 0 1,1 0 0,-1 0-1,0 0 1,1 0 0,-1 0-1,1 0 1,-1 0-1,0-1 1,0 1 0,1 0-1,-1 0 1,0 0 0,1-1-1,-1 1 1,0 0 0,0 0-1,1-1 1,-1 1 0,0 0-1,0-1 1,1 1 0,-1 0-1,0-1 1,0 1 0,0 0-1,0-1 1,0 1 0,0 0-1,0-1 1,1 1 0,-1-1-1,0 1 1,0 0 0,0-1-1,-1 0 1383,-2-16 2121,2 13-4011,0 1-1,0-1 1,1 0 0,-1 0-1,1 1 1,0-8-1,0 2-550,0-36-4534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6T06:45:54.2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527 3 1377,'0'0'6417,"-2"-3"-4643,1 4-1761,1-1 0,-1 1 0,1-1 0,-1 1 0,1 0 0,-1-1 0,1 1 0,0-1 0,-1 1 0,1 0 0,0 0 0,0-1 0,-1 1 0,1 0 0,0-1 0,0 1 0,0 0 0,0 0 0,0 0 0,-135 674 1188,-9 212-1031,53 6 242,72-595-307,-17 170 121,-18-179-20,44-246-193,-12 29 174,18-65 12,4-7-244,0 0 0,0 0 1,0 0-1,0 0 1,0 0-1,0-1 0,0 1 1,0 0-1,0 0 1,0 0-1,0 0 0,0 0 1,0 0-1,0 0 0,0 0 1,0-1-1,0 1 1,0 0-1,0 0 0,0 0 1,0 0-1,0 0 0,0 0 1,0 0-1,0 0 1,-1 0-1,1 0 0,0 0 1,0 0-1,0 0 0,0-1 1,0 1-1,0 0 1,0 0-1,0 0 0,-1 0 1,1 0-1,0 0 1,0 0-1,0 0 0,0 0 1,0 0-1,0 0 0,0 0 1,0 0-1,-1 0 1,1 0-1,0 0 0,0 0 1,0 1-1,0-31-3436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6T06:45:55.6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1153,'0'0'1564,"8"1"-1131,80 6 1712,106-7 1,-83-1-1537,140 0-38,914 19 406,-584-12-363,-173-5-160,56 10-297,464 6-90,-490 12-8,-333-22-65,117-6 1,-95-3 0,979 2 165,-1063 2-161,1 1 0,78 17 0,81 33-1,-190-49 12,79 28 113,14 4 27,-95-32 576,-11-2 1254,-2-2-1981,0-1 0,0 1 0,0 0 1,1-1-1,-1 0 0,0 1 0,0-1 0,1 0 0,-1 0 0,0 0 1,-1-1-1,-38-34-2663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6T06:46:01.8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59 0 1537,'0'0'556,"-25"0"3010,9 0-2439,0 0 3346,16 17-4361,-1 7-3,1-1 0,1 1 0,1 0 0,1-1 0,2 0 0,10 37 0,6 0 122,19 48-136,25 74 29,-51-133-99,3-1 0,1-1 0,34 62 0,32 49 51,-73-133-77,-1 0-1,-2 1 1,0 1 0,5 40-1,-5-19 17,2 0 0,2-1-1,27 70 1,-28-93-15,2 0-1,0-1 0,18 24 1,23 38 13,-44-66-10,2 0 0,0-1 1,23 25-1,50 45-5,-73-76 1,26 22 30,71 52 0,52 19 67,-54-37-68,-33-13 1,-48-35-7,1-1 1,55 30-1,123 52 26,-175-88 2,51 15 0,-23-9-16,96 26 120,-105-22-116,-37-17-34,62 30 56,-43-15-18,-19-13-14,-1 0 1,21 10 0,-13-8-9,25 17 0,0 0 4,30 19-24,-62-40 3,-5-3 1,-1 0-1,0 1 1,0-1 0,-1 1-1,1 0 1,-1 1-1,7 5 1,-9-7 2,0 0-1,1 0 0,0-1 1,0 0-1,0 0 1,7 3-1,9 5-11,-4-3 4,-14-6 3,1 0 0,-1 0 0,0 0 0,1 0 0,-1 0 0,0 1 0,0-1 0,0 1 0,0 0 0,0-1 0,0 1 0,3 4 0,-3-4-1,0 1 0,0-1 0,0 0 0,1 0-1,-1 0 1,1 0 0,-1 0 0,1 0 0,0-1 0,0 1 0,0-1 0,0 0 0,4 1 0,-3 0-2,0-1 1,-1 1-1,1-1 0,0 1 1,5 4-1,13 9 34,-20-13-28,1 0 1,-1 0-1,1 0 0,0 0 0,-1 0 1,1-1-1,0 1 0,0-1 1,5 2-1,-5-1-8,1 0 0,-1 0 1,0 1-1,0 0 0,0-1 0,0 1 1,-1 0-1,1 0 0,3 6 0,-5-7 5,1 0-1,0-1 0,-1 1 0,1-1 1,0 1-1,0-1 0,0 0 0,2 1 1,-2-1-2,0 0 0,-1 0 1,1 0-1,-1 0 1,1 0-1,-1 0 0,0 0 1,1 0-1,-1 1 0,0-1 1,1 2-1,9 7 25,-10-9-26,1-1 1,-1 1 0,0 0-1,0 0 1,0 0 0,0-1-1,-1 1 1,1 0 0,0 0 0,0 0-1,0 1 1,-1-1 0,2 1-1,-2-1 3,0-1 0,1 1 0,-1-1-1,0 1 1,1-1 0,-1 0 0,1 1 0,-1-1-1,0 0 1,1 1 0,-1-1 0,1 0-1,-1 1 1,1-1 0,-1 0 0,1 0-1,0 0 1,-1 0 0,1 1 0,-1-1-1,1 0 1,-1 0 0,1 0 0,0 0 0,-1 0-1,1 0 1,0-1 0,21 18 9,-2-1-13,-8-4 28,-11-11-52,5 3 27,-5-3 21,8 8 84,-9-9-105,0 0-1,0 1 1,0-1-1,0 0 1,0 0-1,0 0 1,0 0-1,0 0 1,0 0-1,0 0 0,0 1 1,0-1-1,0 0 1,0 0-1,0 0 1,0 0-1,0 0 1,0 0-1,1 0 1,-1 0-1,0 1 0,0-1 1,0 0-1,0 0 1,0 0-1,0 0 1,0 0-1,1 0 1,-1 0-1,0 0 1,0 0-1,0 0 0,0 0 1,0 0-1,0 0 1,1 0-1,-1 0 1,0 0-1,0 0 1,0 0-1,0 0 0,0 0 1,0 0-1,1 0 1,-1 0-1,0 0 1,0 0-1,0 0 1,0 0-1,0-1 1,0 1-1,0 0 0,0 0 1,1 0-1,-1 0 1,0 0-1,0 0 1,0 0-1,0 0 1,0 0-1,0-1 1,0 1-1,0 0 0,0 0 1,0-26-1292,0-18-3497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6T06:46:02.9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 1 993,'0'0'2525,"-2"0"-2343,-8 0-102,8 0 3934,6 1-3848,116 24 596,-3-1-136,-49-9-522,-42-11 25,43 15 1,-53-15-18,0 0 0,1-1 0,0-1 0,32 1 0,63 3 123,111 7 149,173-13 43,-387 3-376,4 1 37,-13-9-750,0-19-2445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6T06:46:04.0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 0 609,'0'0'3923,"-9"3"-3287,7-1 2043,2 4-2587,0-1 0,1 1-1,-1 0 1,1 0-1,0 0 1,1-1 0,-1 1-1,1 0 1,1-1-1,-1 1 1,1-1 0,-1 0-1,2 0 1,-1 0-1,6 7 1,-6-8-31,7 11 132,1-1 1,0 0-1,2 0 0,-1-1 0,1-1 0,1 0 0,0-1 0,1 0 1,0-1-1,29 13 0,-10-6-65,-21-10-101,0-1-1,1 0 1,16 5 0,-23-9-4,0 1 0,-1 0 0,1 0 0,-1 1 0,7 4 0,17 10 4,-7-9 60,-15-6-69,0 1 1,0-1-1,0 1 0,-1 1 0,1 0 0,9 7 0,-16-11-15,1 1 1,0-1-1,-1-1 0,1 1 1,0 0-1,0 0 0,-1-1 1,1 1-1,0-1 0,2 1 1,18 7-9,-21-7 7,-1-1 0,1 1 0,-1-1 1,1 1-1,-1-1 0,1 1 0,0-1 0,-1 1 0,1-1 1,0 0-1,-1 1 0,1-1 0,0 0 0,-1 0 1,1 1-1,0-1 0,0 0 0,-1 0 0,1 0 0,0 0 1,0 0-1,-1 0 0,1 0 0,0 0 0,0 0 0,0-1 1,0 0-137,-1-1 0,1 1 1,-1-1-1,1 1 0,-1-1 1,0 0-1,0 1 0,0-1 1,0 0-1,0-2 0,0 0-237,0-34-4129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6T06:46:05.0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1 348 8968,'0'0'646,"33"-8"-592,-29 7-48,272-75 121,-268 73-127,37-12-31,0-1 0,-2-3 0,0-1 0,43-29 0,-81 46 5,1-1 0,-1 0 0,0 0 1,0 0-1,-1-1 0,0 0 0,1 1 0,5-11 0,-8 10 54,0 0 0,0 0 0,0 0 0,-1 0 1,1-1-1,-1 1 0,-1 0 0,1-1 0,-1-10 1,0 15-8,-1 0 0,1-1 0,-1 1 0,1 0 0,-1-1 0,1 1 0,-1 0 0,0 0-1,0 0 1,1-1 0,-1 1 0,0 0 0,0 0 0,0 0 0,0 0 0,-1 1 0,1-1 0,0 0 0,0 0 0,0 1 0,-1-1 0,1 0 0,0 1 0,-1 0 0,1-1 0,0 1 0,-1 0 0,1-1 0,0 1 0,-3 0 0,-8-2 294,0 1 0,-18 1 0,26 0-266,-10-1 204,6 1-120,0 0 0,0 0 0,-13 3 0,18-2-113,-1 0-1,1 0 0,0 0 0,0 0 1,0 1-1,1 0 0,-1-1 0,0 1 0,0 0 1,1 0-1,-1 0 0,-3 5 0,-3 4-1,1 1-1,0 0 0,1 0 1,0 1-1,1-1 0,-4 15 0,-24 85-20,20-41 5,2 0 1,-3 142 0,13-138-34,-4 0-1,-23 116 1,25-174-221,0 0 0,-1-1 0,0 0-1,-2 0 1,0 0 0,0-1 0,-15 21-1,20-34 165,-1 0-1,1 0 0,-1 0 0,0 0 1,0-1-1,0 1 0,0-1 0,0 1 0,0-1 1,0 0-1,0 0 0,-1-1 0,1 1 0,0-1 1,-1 1-1,1-1 0,0 0 0,-1 0 0,1-1 1,0 1-1,0-1 0,-1 1 0,1-1 0,0 0 1,0 0-1,0-1 0,0 1 0,0-1 0,-4-2 1,2-1 2,1 0 1,0-1 0,0 1 0,0-1 0,1 0-1,0 0 1,0 0 0,0-1 0,-1-7 0,-16-66-137,19 79 223,-5-42 227,1 0 0,3-1 0,5-79 0,-3 120-213,0 0-1,1 1 0,-1-1 0,1 0 0,0 1 1,0-1-1,0 1 0,0 0 0,0-1 0,1 1 0,-1 0 1,1 0-1,0-1 0,-1 1 0,1 1 0,0-1 0,0 0 1,0 0-1,0 1 0,1-1 0,-1 1 0,5-3 0,4-1-1,0 1 1,0 0-1,22-4 0,-26 7-12,125-25 7,-67 15-594,0-3-1,86-30 1,-73 9-3173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6T06:46:05.3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175 1 5157,'0'0'4965,"-14"25"-4880,3-7-79,-12 23 6,2 1 0,-22 59 1,29-61-8,2 0 0,2 1 1,1 0-1,2 0 0,-2 66 1,8-92-48,1-10-53,-1 0 0,2 0 1,-1 0-1,2 9 0,-2-12 52,0-1 0,1 0 1,-1 0-1,1 0 0,-1 0 0,1 0 0,0 0 1,-1 0-1,1 0 0,0 0 0,0 0 0,-1 0 1,1 0-1,0 0 0,0 0 0,0-1 1,0 1-1,0 0 0,0-1 0,0 1 0,1-1 1,-1 1-1,0-1 0,2 1 0,2 0-362,-1 0 0,1-1-1,0 1 1,0-1 0,0 0-1,0 0 1,-1 0 0,1-1-1,0 0 1,0 0 0,-1 0 0,9-3-1,-8 0-163,1 0 1,-1-1-1,0 1 0,-1-1 0,7-8 1,-11 13 553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6T06:46:05.7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 33 3844,'0'0'4495,"13"-3"-4437,3 0-68,1 0-1,21-1 1,-31 4 6,1 0 0,-1 0 1,1 1-1,-1 0 0,0 1 0,1-1 0,-1 1 1,0 0-1,11 6 0,-12-5-5,0 1 0,0-1 0,-1 1 0,1 1 0,-1-1 0,0 1 0,0-1 0,-1 2 0,1-1 0,-1 0 0,0 1 0,-1 0 0,1-1 0,-1 2 0,2 6 0,-2-5 54,-1 0 0,0 0 0,0 0 0,-1 0 0,0 1 1,-1-1-1,0 0 0,0 1 0,-1-1 0,0 0 1,0 1-1,-3 7 0,0-6-9,1-1 0,-1 0 0,-1 0-1,1-1 1,-1 1 0,-1-1 0,0 0 0,0-1 0,-1 1 0,1-1 0,-12 9-1,-11 7 244,-50 32 0,77-54-258,-5 3 37,0 1-16,0 0 0,0-1 0,-1 0 0,1-1 0,-12 4 0,18-7-51,1 1 1,-1-1 0,0 0 0,1 0 0,-1 0 0,0 0 0,0 0-1,1 0 1,-1 0 0,0 0 0,1 0 0,-1 0 0,0 0-1,1 0 1,-1 0 0,0 0 0,1-1 0,-2 1 0,1-6-433,9-6-207,17-14-367,0 1 1,55-38 0,15-8-1490</inkml:trace>
  <inkml:trace contextRef="#ctx0" brushRef="#br0" timeOffset="1">543 0 1313,'0'0'9609,"-202"17"-9000,181 12-513,13 6 0,8 8-64,0-4-32,33-7-128,21-3 0,14-13-993,15-16-1442,-7 0-1280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6T06:46:06.0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4388,'0'0'6182,"86"98"-5541,-17 2-545,-8 30 32,-11 22 64,-21 20-32,-22 10-160,-7 6 0,-10-13-4868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6T06:46:06.7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 6 2114,'0'0'1436,"-10"-5"3353,12 7-4725,-1 1 1,2 0 0,-1-1-1,0 1 1,1-1 0,-1 1 0,1-1-1,-1 0 1,4 2 0,6 5 136,22 23 5,2-2 0,1-1 1,2-2-1,79 42 0,-75-52-146,-31-13-20,0 1 0,0 1-1,0-1 1,0 2 0,19 13 0,-30-19 97,8 2 1482,-8-3-1736,1-4-1640,10-18-2973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6T06:46:07.8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 1602,'0'0'2551,"9"-1"-2278,15-2 166,0 1 1,1 2 0,-1 0 0,33 6 0,43 16 830,-27-4-571,0-4 1,120 9-1,246-19-133,-438-4-309,-1 0-245,0 0 0,0 0 0,0 0 0,1 0 0,-1 0 1,0 0-1,0 0 0,0 0 0,0 0 0,1 0 1,-1 0-1,0 1 0,0-1 0,0 0 0,0 0 1,0 0-1,1 0 0,-1 0 0,0 1 0,0-1 0,0 0 1,0 0-1,0 0 0,0 0 0,0 1 0,0-1 1,1 0-1,-1 0 0,0 0 0,0 1 0,0-1 1,0 0-1,0 0 0,0 0 0,0 0 0,0 1 0,0-1 1,0 0-1,0 0 0,-1 1-12,1-1 0,0 0 0,0 1 0,0-1 0,0 0 0,0 0 0,0 1 0,0-1 0,0 0 0,1 0 0,-1 1 0,0-1 0,0 0-1,0 0 1,0 1 0,0-1 0,0 0 0,0 0 0,1 0 0,-1 1 0,0-1 0,0 0 0,0 0 0,0 0 0,1 0 0,-1 1 0,0-1 0,0 0 0,0 0 0,1 0 0,-1 0 0,0 0 0,0 0 0,1 1 0,-1-1 0,0 0 0,0 0 0,1 0 0,-1 0-1,0 0 1,0 0 0,1 0 0,-1 0 0,346 3 556,-346-3-370,0-1-216,1-1-232,-1 0 0,0 0-1,0 0 1,0-1-1,-1 1 1,1 0-1,0 0 1,-1 0 0,1 0-1,-1 0 1,0 0-1,0 0 1,0 0-1,-2-4 1,-25-20-5701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6T06:46:08.3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 14 6342,'0'0'5306,"-4"-2"-4975,-10-6-311,14 8-21,0 0 1,0 0-1,0 0 1,0-1 0,0 1-1,0 0 1,1 0-1,-1 0 1,0 0 0,0 0-1,0 0 1,0 0 0,0-1-1,0 1 1,0 0-1,0 0 1,0 0 0,0 0-1,0 0 1,0 0-1,0 0 1,0 0 0,1 0-1,-1-1 1,0 1 0,0 0-1,0 0 1,0 0-1,0 0 1,0 0 0,0 0-1,0 0 1,1 0-1,-1 0 1,0 0 0,0 0-1,0 0 1,0 0-1,0 0 1,0 0 0,1 0-1,-1 0 1,0 0 0,0 0-1,0 0 1,0 0-1,0 0 1,0 0 0,0 0-1,1 0 1,-1 0-1,0 0 1,0 1 0,42 7-36,23 16 107,107 54 0,-162-73-58,-1 0 6,8 2-30,-1 1 0,0 1 0,-1 1 0,24 19 0,-36-26 18,1 0-1,-1 1 1,0-1-1,0 1 0,0 0 1,-1 0-1,1 0 1,-1 0-1,0 1 1,0-1-1,0 1 0,-1-1 1,0 1-1,0-1 1,0 1-1,0 0 0,-1 0 1,1-1-1,-1 1 1,0 0-1,-1 0 0,-1 7 1,1-8 10,0 1 1,-1-1-1,1 1 0,-1-1 0,0 0 1,-1 0-1,1 1 0,-1-2 1,1 1-1,-1 0 0,0 0 1,-1-1-1,-6 6 0,-5 2 29,-1 0 0,-21 11 0,8-5 17,-135 81-805,77-54-1463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6T06:46:10.0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3780,'0'0'0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6T06:46:10.4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725 118 6790,'0'0'0,"-234"-65"-5605</inkml:trace>
  <inkml:trace contextRef="#ctx0" brushRef="#br0" timeOffset="1">0 1 961,'0'0'0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6T06:46:10.8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1219 140 7111,'0'0'800,"-191"-52"-6085</inkml:trace>
  <inkml:trace contextRef="#ctx0" brushRef="#br0" timeOffset="1">635 0 2851,'0'0'2690,"-191"0"-2850,155 0-993,4 0-3075</inkml:trace>
  <inkml:trace contextRef="#ctx0" brushRef="#br0" timeOffset="2">1 29 160,'0'0'6951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6T06:46:11.4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1 566 8584,'0'0'1927,"4"-9"-1959,-1 3 39,1 1 1,-1-1-1,2 0 0,-1 1 0,0 0 1,1 0-1,0 0 0,7-5 0,53-33 132,-58 39-129,13-8 10,187-124-5,-183 117-125,0-1 0,-1 0 0,0-2 0,-2-1 0,35-49 0,-50 64 148,-2 0 0,1 0 0,-1 0-1,0-1 1,-1 0 0,0 1 0,0-1-1,-1 0 1,0-1 0,0 1 0,-1 0 0,-1-15-1,0 24-16,0 0-1,0-1 1,-1 1 0,1 0-1,-1-1 1,1 1-1,0 0 1,-1-1-1,1 1 1,-1 0-1,1 0 1,0 0-1,-1-1 1,1 1 0,-1 0-1,1 0 1,-1 0-1,1 0 1,-1 0-1,1 0 1,-1 0-1,1 0 1,-1 0-1,1 0 1,-1 0 0,0 0-1,-17 2 290,17-1-273,-1-1 0,0 1 0,0 0 0,1 0 0,-1 0 0,0 0 0,1 0 0,-1 0 0,1 0 0,0 1 0,-1-1 0,-1 3 0,-8 11-15,1-1 0,0 2 0,2-1 1,0 1-1,-7 18 0,-27 92-49,26-64 38,4 2 0,-9 112 0,-8 55-70,26-220-333,0 1 1,0-1-1,-1 0 1,-1 0-1,-6 12 1,11-22 233,-1 0 0,0 0-1,1 0 1,-1 0 0,0-1 0,0 1 0,0 0 0,1 0 0,-1 0-1,0-1 1,0 1 0,0-1 0,0 1 0,0 0 0,-1-1 0,1 0 0,0 1-1,0-1 1,0 0 0,0 1 0,0-1 0,-1 0 0,1 0 0,0 0 0,0 0-1,0 0 1,0 0 0,-1-1 0,1 1 0,0 0 0,0 0 0,0-1-1,0 1 1,0-1 0,-2 0 0,0-1-76,-1 1 0,1-1 0,0-1-1,0 1 1,-1 0 0,1-1 0,1 1 0,-1-1 0,-3-4 0,-91-108 3527,97 115-3239,-1-1 0,0 0 0,0 0 0,1 1 0,-1-1 0,0 0 0,1 0-1,-1 0 1,1 0 0,-1 0 0,1 0 0,-1 0 0,1 0 0,0 0 0,-1 0 0,1 0-1,0 0 1,0 0 0,0 0 0,0 0 0,0 0 0,0 0 0,0 0 0,0 0 0,0 0-1,1 0 1,-1 0 0,1-1 0,1-1 61,1 1 1,-1 0-1,1-1 0,-1 1 0,1 0 0,0 1 1,0-1-1,4-1 0,-7 3-115,393-236-1569,-299 166-2051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6T06:46:11.7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231 0 3972,'0'0'6118,"-187"153"-6086,165-75 0,4-1 96,15-5-128,3-11 0,0-9 32,0-10-32,0-12-192,7-8-673,11-18-897,7-4-192,8 0-1953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6T06:46:12.1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61 344 4420,'0'0'3620,"4"-2"-3391,-2 1-221,0 0 0,1 0 0,-1 0 0,0 0 0,0 1 0,0-1 0,1 1 0,-1-1-1,0 1 1,1 0 0,-1 0 0,0 0 0,1 0 0,-1 0 0,0 1 0,1-1 0,-1 1 0,0-1 0,0 1 0,1 0 0,-1 0 0,0 0-1,0 0 1,0 0 0,0 1 0,0-1 0,-1 1 0,1-1 0,0 1 0,-1 0 0,1-1 0,1 4 0,1 0 13,0 1 1,0-1-1,-1 1 1,0 0-1,0 1 1,0-1-1,-1 0 0,0 1 1,0 0-1,1 12 1,0 4 63,-2 0 0,-2 22 0,0-35-56,0 0 0,-1 0 0,0 0-1,0-1 1,-1 1 0,-1-1 0,1 0 0,-1 1 0,-1-2 0,0 1 0,-10 14-1,4-10-4,0 0 0,-1 0 0,0-1-1,-1-1 1,0 0 0,-17 11-1,25-19-58,4-2-25,0 0 0,0-1 1,0 1-1,0 0 0,0-1 1,0 1-1,-1-1 0,1 1 1,0-1-1,0 1 0,-1-1 1,-1 0-1,5-8-1776,13-32-1464</inkml:trace>
  <inkml:trace contextRef="#ctx0" brushRef="#br0" timeOffset="1">472 0 1954,'0'0'8424,"-126"97"-8104,86-22-320,8 0 0,17-4 0,12-13 0,3-15 0,0-14-640,36-20-1250,14-9-1249,4 0-1089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6T06:46:12.4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4036,'0'0'5765,"159"17"-4644,-84 34-864,-6 27 223,-8 20-480,-10 25 0,-26 16 288,-18 17-288,-7 13-1922,-11-10-2786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6T06:46:13.5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19 1345,'0'0'2766,"5"-3"-2665,4 0-94,-1 0 0,1 0 0,-1 1 1,1 0-1,0 1 0,0 0 0,11 0 0,74 4 81,-77-3-89,98 7 31,277 8-17,-204-15 12,657 13-162,-465-9-1276,-116-4 1149,-39 13 393,34 6 91,13 0 3,264 0-10,-500-19-213,0 2 0,0 1 0,0 1 0,-1 3 0,44 12 0,-66-15 6,0 0-1,20 2 1,-21-5 47,0 2 0,22 6 0,20 10 169,21 8 517,-74-23 106,-11-2-296,-27-2-2023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6T06:46:15.2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0 352,'0'0'2461,"9"4"334,28 12-2611,18-3-2,-28-1 433,-14-5-45,73 42 834,29 6-961,-92-45-381,-1 2 1,37 25 0,7 4 64,-18-13-14,-18-10 20,43 18 0,-57-29-5,-1 1 0,25 17 1,2 2-55,-21-16-25,-7-4-15,-1 0-1,14 11 0,-21-14-29,-1 0 0,1-1-1,0 0 1,1-1-1,7 3 1,22 10 161,11 3-58,10 4-47,-36-15-4,33 16-1,-28-11-20,1-1 0,1-1 1,-1-1-1,49 7 0,-34-11-16,-35-5-10,-1 0-1,1 1 1,0-1-1,0 2 1,0-1-1,-1 1 1,1 0 0,12 6-1,-12-4-3,0-1 1,-1 1-1,2-1 0,-1-1 1,0 1-1,1-1 0,-1 0 1,13 1-1,-18-3-5,-1 2 54,-1-1 148,-3-26-1969,-12-8-4003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6T06:46:16.3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 13 128,'0'0'5493,"-2"-2"-5087,-5-6-91,5 5 219,8 4 42,3 1-410,-1 1-1,0 0 1,0 1 0,0-1-1,0 1 1,0 1-1,9 7 1,26 14 351,29 11-106,32 15-26,-11-13 73,182 66 295,-154-56-629,-83-32-60,66 21-1,-62-20 61,-35-14-81,1 0 1,-1-1 0,1 1-1,10 1 1,-5-2-29,-8-2 20,1 0-1,-1 0 1,1 0-1,-1 1 0,0 0 1,7 4-1,-9-5-12,1 1 0,-1-1 0,0 1 0,0-1 0,0 0 0,1 0 1,-1-1-1,6 2 0,-5-2-19,-1 0 1,1 1 0,0 0-1,-1 0 1,1 0 0,4 3-1,-3 2-107,-2-1 565,4 0 2652,-15-5-3145,-64 0-2973,26 0-1923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6T06:46:30.9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 16 3363,'0'0'2894,"-3"-2"-2579,1-1-32,-5-5-514,-2 5 3451,8 3-2926,-3 0-6396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6T06:46:32.2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0 128,'0'0'3459,"10"0"-3042,-6 0-417,0 0 0,3 0-64,0 0-545,4 0-2081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6T06:46:33.0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 5 4100,'0'0'5723,"-11"-5"-4239,11 2240-790,45-1697-686,-17-301-6,-24-199-1,34 275 4,-24-197-120,-2 224-1,-12-329 64,0-44-1785,0-39-1686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6T06:46:34.3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37 221 3011,'0'0'2728,"-6"-2"-2397,-19-4 26,19 4 70,15 1-330,-1 0 0,1 0 0,-1 1 0,1 0-1,10 2 1,11-1 123,1252-1 1232,-990-8-1400,-2 0 8,-122 8-36,277-3 35,-3-32-8,189-17 11,4 47 56,-424 6-111,1156-1 713,-1026-21-620,-163 7-66,-9 6 151,89-7 94,410-5 311,-526 20-443,217 11 243,-318-8-256,-12-2 5,-1 2-1,33 7 1,-46-7 553,-15-3-667,0 0-1,0 0 1,1 0 0,-1 0-1,0 0 1,0 0-1,0 0 1,0 0 0,0 0-1,0 0 1,0 0-1,0 0 1,0 0 0,0 0-1,1 0 1,-1 0-1,0 0 1,0 0 0,0 0-1,0 0 1,0 0-1,0 0 1,0 0 0,0 0-1,0-1 1,0 1-1,0 0 1,1 0 0,-1 0-1,0 0 1,0 0-1,0 0 1,0 0 0,0 0-1,0 0 1,0 0-1,0 0 1,0 0 0,0-1-1,0 1 1,0 0-1,0 0 1,0 0 0,0 0-1,0 0 1,0 0 0,0 0-1,0 0 1,0 0-1,0-1 1,0 1 0,0 0-1,0 0 1,0 0-1,0 0 1,0 0 0,0 0-1,0 0 1,-21-18-904,-19-15-3344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6T06:46:36.9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116 4 929,'0'0'673,"-54"0"-577,46 0-96,1 0 0,0 0 0,-4-4 0,-3 4 0,-1 0-1538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6T06:46:37.9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29 231 416,'-28'0'3513,"135"9"-2130,856-9 608,-733-11-1908,5 0 53,45-4-26,-98 4-17,4-3 13,48-1 39,458-19 32,-288 10-98,116 17-51,-1 1 24,82-15 39,-256-1 53,-296 18-139,124-16 174,-86 8 12,97-1 0,-62 13 4229,-121 0-6475,5 0-2216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6T06:46:39.3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1 296 7879,'0'0'908,"2"-4"-951,7-7 63,0 0 0,1 1 0,0 0 0,1 0 0,0 1 0,17-11 0,7-6 0,58-52 43,-77 63-42,-2 0-1,0 0 0,22-32 1,-35 45 0,2-10 3839,-3 16-3748,-3 36-53,-2 0 0,-1-1 0,-2 0 0,-17 49 1,-14 66 55,36-135-149,1 0 0,0 27 0,2-46 33,2 10-868,12-10-1656,24-8-1537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6T06:46:43.3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2931 0 1922,'0'0'4228,"-4"9"1148,-14 30-5382,6-17 58,1 0 0,-15 45 0,-8 18-5,22-60-43,1-1 8,-1 0 1,-1-1-1,-25 33 0,-36 22 42,-1 0-1,65-67-23,0-1 0,-2 0 0,-15 11-1,14-11 6,1 0 0,-18 18 0,-15 22 62,34-39-30,-1-1 1,-22 16 0,6-5 6,-16 11 75,-1-1-1,-2-2 0,-1-3 1,-83 34-1,-135 57 130,128-60-47,-76 28-89,131-55-70,-109 37-10,40-14 130,98-32-147,42-15-33,-1-1 0,0 0 0,-1-1 0,1 0 1,-19 2-1,21-5-5,1 1 1,-1 1-1,1 0 1,0 0 0,0 1-1,-13 7 1,11-6-3,-60 16 33,24-7-42,20-7 13,13-4 7,12-3-15,1 0 1,0 1 0,-1-1 0,1 1 0,0 0 0,-1-1-1,1 1 1,-4 3 0,0-1 2,-1 0 1,0 0-1,0-1 0,0 0 1,-11 2-1,-15 5 2,7-5 6,23-4-10,0 1 1,1-1-1,-1 1 0,0-1 0,0 1 0,1 0 1,-1 0-1,-3 1 0,5-1 1,0-1 0,1 0 0,-1 1 0,0-1 0,0 0 0,1 0 0,-1 0 0,0 0 0,0 1 0,1-1-1,-1 0 1,0-1 0,0 1 0,0 0 0,1 0 0,-1 0 0,-1-1 0,1 1-7,0 0-1,0-1 0,0 1 1,-1 0-1,1 0 0,0 0 1,0 0-1,0 0 1,0 0-1,0 0 0,0 0 1,0 1-1,0-1 1,-2 1-1,-3 3 19,5-3-11,1-1 0,-1 1 0,1-1 0,-1 0 0,1 1 0,-1-1 0,1 1 0,-1-1 0,1 0 0,-1 0 0,1 1 0,-1-1 0,0 0 1,1 0-1,-1 0 0,1 0 0,-1 0 0,0 0 0,0 0 0,-19 4-5,16-2 3,1-1 0,-1 0 0,0-1 0,1 1 0,-1 0 0,-5-1 0,-13 6 25,20-5-22,0 0 0,-1 0 0,0 0 0,1 0 1,-1 0-1,1-1 0,-6 1 0,-40 18-20,43-18 18,3-1-1,0 0 1,1 0-1,-1 1 0,0-1 0,0 0 0,1 1 0,-1 0 1,0-1-1,1 1 0,-1 0 0,0 0 0,1-1 1,-1 1-1,1 1 0,-2 0 0,1-1 15,2-1-32,-1 0 17,0 0 1,0 0-1,0 0 0,0 1 0,1-1 0,-1 0 0,0 0 1,0 0-1,0 1 0,0-1 0,0 0 0,1 1 1,-1-1-1,0 1 0,0-1 0,0 1 0,0 0 7,1-1-1,-1 1 0,0-1 0,1 1 1,-1-1-1,0 1 0,0-1 1,1 0-1,-1 0 0,0 1 1,0-1-1,0 0 0,0 0 0,1 0 1,-1 0-1,-1 0 0,-22 14 164,9-9-123,15-5-46,-1 0 0,0 0 0,0 0 1,1 0-1,-1 0 0,0 0 0,0 0 0,1 1 1,-1-1-1,0 0 0,0 0 0,1 1 0,-1-1 1,0 1-1,1-1 0,-1 1 0,1-1 0,-1 1 1,0-1-1,1 1 0,-1 0 0,-3 2 14,0-1 0,0 0 0,0 0 0,0 0-1,0 0 1,0 0 0,-1-1 0,1 0 0,-7 1-1,-1 1 14,9-2 32,1 0 1,-1 0-1,1 0 1,-1 1-1,1-1 0,0 1 1,-1-1-1,1 1 0,-2 2 1,3-4-62,-4 2-1099,1-3-1347,25 1-3682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6T06:46:45.4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36 2755,'0'0'736,"-1"0"-624,-4 0-69,-9-1 2326,23 0-1846,23 0-596,235 1 1039,-187-4-816,-70 4-109,0 0 0,0-1 1,13-4-1,-16 4-24,0-1 1,1 1-1,-1 0 1,0 1-1,15 0 1,17-1 42,-15-1-8,6-3 35,-9-1 374,-13 3 418,-26 2-404,-4 1-438,-211 10-1216,163-4 917,-91-5 0,82-2 925,79 2-573,0-1-90,0 1 0,0-1 0,0 0-1,0 1 1,0-1 0,0 0 0,0 1-1,0-1 1,0 0 0,0 0-1,0 1 1,1-1 0,-1 0 0,0 1-1,0-1 1,0 0 0,0 0 0,1 1-1,-1-1 1,0 0 0,0 0 0,0 1-1,1-1 1,-1 0 0,0 0-1,1 0 1,-1 1 0,0-1 0,0 0-1,1 0 1,-1 0 0,0 0 0,1 0-1,-1 0 1,0 0 0,1 0-1,-1 0 1,1 1 0,34 5 6,-1-1 0,66 1 0,-46-3-3,323 3-83,-306-6-80,-69 0-294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6T06:46:58.4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397 1 705,'0'0'3640,"-2"0"-3456,1 0-1,-1 0 0,1 1 1,-1-1-1,1 0 0,0 1 0,-1 0 1,1-1-1,0 1 0,-1 0 1,-1 1-1,-5 7-126,0 1-1,-1-1 1,0-1 0,0 0 0,-1 0-1,-11 7 1,16-11-32,-13 6-3,15-9-16,-1 1 1,1 0 0,0 0-1,0 0 1,0 0-1,0 1 1,-3 2-1,2-1 3,0-1 0,1 0 0,-1 0 0,0-1-1,-6 4 1,5-4-4,0 1-1,1 0 1,-1 0-1,1 1 1,-6 5-1,-19 20 57,20-21-51,0 0 0,-12 16 0,17-20 22,0-1 0,0 0-1,0 1 1,-1-1 0,1-1-1,-1 1 1,0-1 0,0 1-1,0-1 1,-5 1 0,-25 13 265,29-13-307,4-2-10,1-1 0,-1 1 0,0 0 0,1 0 0,-1 0 0,1 0 0,-1 0 0,1 0 0,-1 0 0,1 1 0,0-1 0,0 0-1,-1 1 1,1-1 0,0 1 0,0-1 0,1 1 0,-1 0 0,-1 1 0,6-3-914,15 0-860,5 0-1003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6T06:46:59.2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278 2 3748,'0'0'848,"-5"0"-586,-17 0-177,18-1 84,-1 1 0,1 0 0,-1 0 1,0 0-1,1 0 0,-1 1 0,1 0 0,-1 0 0,1 0 0,0 1 0,-1-1 0,1 1 0,0 0 0,-7 4 0,-69 45 445,62-42-419,16-8-168,0-1 0,-1 1 0,1 0 0,0 0 0,0 1 0,0-1-1,0 0 1,0 1 0,0-1 0,-2 3 0,1-1-13,1 0 0,-1-1-1,0 1 1,0-1 0,0 0-1,0 0 1,0 0 0,-1 0 0,1 0-1,-1-1 1,1 0 0,-1 1 0,-5 0-1,9-2-18,0 0-1,-1 0 1,1 0 0,0 0-1,0 0 1,0 0-1,-1 0 1,1 1-1,0-1 1,0 0 0,0 0-1,-1 0 1,1 0-1,0 0 1,0 0 0,0 1-1,0-1 1,0 0-1,-1 0 1,1 0-1,0 1 1,0-1 0,0 0-1,0 0 1,0 0-1,0 1 1,0-1-1,0 0 1,0 0 0,0 0-1,0 1 1,0-1-1,0 0 1,0 0-1,0 0 1,0 1 0,0-1-1,0 0 1,0 0-1,0 1 1,0-1-1,0 0 1,0 0 0,0 0-1,0 1 1,1-1-1,-1 0 1,0 0-1,0 0 1,0 0 0,0 1-1,0-1 1,1 0-1,-1 0 1,0 0 0,0 0-1,0 0 1,1 0-1,-1 0 1,0 1-1,0-1 1,20 0-213,-4 1-284,1-1 0,-1-1 0,1 0 0,-1-2 0,0 1 0,26-9 0,6-7-1355,-3 1-482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6T06:47:00.0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650 3 160,'0'0'4655,"-15"0"-4260,-5-2-225,9 1-56,-1 1 0,1 0-1,-22 3 1,-10 9 893,37-9-835,0-1 0,0 0 0,-1 0 0,0 0-1,1-1 1,-10 1 0,-1-1-51,-1 1 0,1 1 0,-1 1 0,1 0 0,-18 8 0,-4 3 47,18-7 71,-31 8 0,-23 10 231,39-13-75,-8 9 42,8-12 498,11 3-578,25-11-351,0-1-97,18-1-5130,14 0 1335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6T06:47:26.9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0,'0'0'1185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6T06:47:28.9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797 208 192,'9'0'822,"-22"0"2221,1-3-1468,0-3-1392,0 1-1,-1 1 1,1-1 0,-1 2-1,0 0 1,-1 1 0,1 0 0,-22 0-1,-22 1-121,18-1-14,-76 8 0,-29 20 49,141-25-89,1 0 1,-1 0-1,0-1 1,1 1-1,-1 1 0,1-1 1,-1 0-1,1 1 0,-1-1 1,1 1-1,0 0 1,0 0-1,0 0 0,-3 4 1,0 0 3,0 1 0,1 1 0,-5 10 0,-27 29 0,-44 125 3,30-60-2,8-11-6,38-87-6,0-1 0,1 1-1,1 0 1,-2 26 0,4 60 21,2-42-41,-6 351 110,7-376-90,1 0 0,2 0 0,1-1 0,20 55 0,-23-75 0,10 32 11,3 0 0,38 71-1,-46-98-10,0-1 0,2 0 0,0 0 0,0-1 0,27 27 0,8-1 24,2-3-1,86 54 0,-121-86-4,-1 0-1,1-1 1,0 0 0,0-1-1,0-1 1,1 0 0,-1-1-1,1 0 1,-1-1 0,1-1-1,14-1 1,-23 1 3,-1 0 0,0-1 0,0 0 0,0 0 1,0 0-1,0 0 0,0-1 0,0 0 0,0 0 0,0 0 0,6-4 0,38-36 193,-31 26-209,16-15 39,-2 0 1,-1-3-1,-2 0 0,-1-1 1,40-71-1,-49 73-43,125-241 220,-130 240-189,-1 0 0,-2 0-1,-1-1 1,-1 0 0,-2-1-1,-2 1 1,0-59 0,-3-42 92,-3-149 268,-8 178-365,-1-30-19,11 107 3,-1 1 0,-1 0-1,-2 0 1,-1 0 0,-1 1 0,-1 0-1,-2 0 1,0 0 0,-21-38 0,25 57-7,-2 0 0,1 0 0,-1 0 1,0 1-1,-1 0 0,0 1 1,0-1-1,-1 1 0,0 1 1,0 0-1,0 0 0,-1 1 0,0 0 1,0 1-1,0 0 0,-13-3 1,-7 0-5,1 1 0,-1 1 0,-1 2 0,-48 1 1,57 1-150,-1 2 0,0 1-1,0 1 1,0 0 0,1 2 0,0 1 0,0 1 0,0 0 0,1 2 0,0 0 0,0 2 0,1 0 0,1 1 0,-32 25 0,-36 42-2756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6T06:47:50.8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 14 1698,'0'0'416,"-11"-13"-352,11 32-128,0 14 64,0 9-480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6T06:47:52.0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 85 2498,'0'0'753,"-3"0"-427,-8 0 666,6 0 703,12 0-1046,10-1-485,0-1 0,1-1 1,27-9-1,14-2-68,33-3 7,0 3 0,111-1 1,218 9-8,-413 6-94,604 6 60,-360 13-30,-202-13-193,58-2-1,-38-3 2410,-42-1-180,-28 8-2138,-1-1-548,0 0 0,-1 0 0,1 0 0,-1-1 0,-1 1 0,-5 11 0,-2 5-1339,-5 23-2538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6T06:47:45.4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98 27 4388,'0'0'929,"-97"-26"-929,97 29-192,0 10-801,3 3-1570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6T06:47:46.7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1684 314 1634,'0'0'1681,"-14"-10"-1483,2 1-110,-5-3 166,0 0 0,-1 1 0,-35-16 1,-208-93 1122,218 102-1193,2-2 105,-1 3 0,-1 2 0,-76-18 0,65 28-158,0 1-1,-68 5 1,40 0-43,64 0-69,-1 1-1,1 1 0,0 0 0,0 2 0,0 0 0,0 1 0,1 0 1,-32 18-1,-9 10 28,-58 44 0,95-63-51,-16 11 17,1 1-1,1 3 1,-38 41-1,61-58-9,0 1 0,2 0 0,0 0 0,0 1 0,2 1 0,0-1 0,0 2 0,2-1 0,0 1 0,1-1 0,-5 26 0,0 57-2,3 147 0,7-234 0,3 26 0,1 0 0,2-1 0,21 70 0,-16-72-11,2 0 1,1-2 0,30 55-1,72 85-38,-115-172 33,0 1-1,1-1-1,-1 1 1,0 0-1,1 0 1,-1 0 0,0 0-1,0 0 1,-1 1 0,1-1-1,0 0 1,-1 0 0,1 1-1,-1-1 1,0 0 0,1 1-1,-1-1 1,0 0 0,-1 1-1,1 2 1,-3 13-2252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6T06:47:56.8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253 43 2146,'0'0'374,"-8"-6"-337,-23-19-32,20 14 228,6 10 104,0 2-319,2 0-69,-1 0 0,1 0 0,-1 1 0,1 0 0,0-1 0,0 1 0,0 0 0,-5 4 0,5-4 201,1 0 0,-1 0 0,0 0 0,0 0-1,0 0 1,0-1 0,0 1 0,0-1-1,0 0 1,0 0 0,-1 0 0,1-1-1,0 1 1,-5-1 0,8 27 2185,0-14-2257,1 107 18,-4 142-11,-1-220-62,-2 1-1,-3-1 0,-1 0 0,-2-1 1,-32 75-1,37-101 25,5-11-36,0 0 0,0-1 0,0 1-1,0 0 1,1 0 0,0 1 0,0-1-1,0 5 1,1-8 26,0 0-36,0 0-1,0 0 1,0 0-1,0 1 0,0-1 1,1 0-1,-1 0 0,1 0 1,-1 0-1,1 0 1,-1 0-1,1 0 0,1 1 1,9 5 13,0 0 0,1-1 0,0-1 0,1 0 0,-1-1 0,1 0 0,17 3 0,22 1 26,0-1 0,94-1 0,-6-1 11,-136-5-41,-3 0-8,-1-1 0,1 1 0,0 0 0,-1 0 0,1 0 0,0 0 0,0 0 0,-1 0 0,1 0 0,0 1 0,-1-1 0,1 0 0,0 0 1,-1 0-1,1 1 0,0-1 0,-1 0 0,1 1 0,-1-1 0,2 1 0,-2-1 20,0 1-1,0-1 1,0 0-1,0 0 1,0 0-1,0 0 1,0 0-1,0 1 1,0-1 0,0 0-1,0 0 1,0 0-1,-1 0 1,1 0-1,0 0 1,0 1-1,0-1 1,0 0-1,0 0 1,0 0 0,0 0-1,0 0 1,0 0-1,-1 0 1,1 0-1,0 1 1,0-1-1,0 0 1,0 0 0,0 0-1,0 0 1,-1 0-1,1 0 1,0 0-1,0 0 1,0 0-1,0 0 1,0 0-1,-1 0 1,1 0 0,0 0-1,0 0 1,0 0-1,0 0 1,0 0-1,-1 0 1,1 0-1,0 0 1,0 0-1,0-1 1,-11 2-91,-117-1-2733,103 0-1053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6T06:47:57.2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14 2626,'0'0'4832,"0"-3"-4437,0 3-386,0-1 0,0 1 0,0 0 0,0-1 0,0 1 0,0-1 0,0 1 0,0-1 0,0 1 1,0 0-1,0-1 0,0 1 0,0-1 0,0 1 0,0 0 0,1-1 0,-1 1 0,0 0 0,0-1 0,0 1 0,1 0 0,-1-1 1,0 1-1,0 0 0,1-1 0,-1 1 0,1 0 0,14 4 20,1 4-29,1 1 6,0-1-1,1 0 0,1-1 0,20 4 0,60 11-907,-73-15-1842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6T06:47:58.8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1 893 160,'31'-17'1543,"8"-2"-1311,162-89-21,-197 105-212,527-318 504,-415 235-382,-96 69-115,0 0 0,-1-2-1,21-29 1,-34 42-1,-1-1 0,-1 0 0,1 0 0,-1 0 0,-1-1 0,1 1 0,-1-1 0,0 0 0,-1 0 0,0 0 0,0 0-1,-1-1 1,1-14 0,-2 12 13,1 9-16,-1-1-1,0 0 1,0 0-1,0 0 1,0 0-1,0 0 1,-1 1 0,1-1-1,-1 0 1,1 0-1,-1 0 1,0 1-1,0-1 1,-1 0-1,1 1 1,0-1-1,-1 1 1,0 0 0,1-1-1,-1 1 1,0 0-1,-4-3 1,-1 0-2,0 0 1,-1 1 0,1 0 0,-1 0-1,0 1 1,0 0 0,0 0-1,0 1 1,-11-1 0,-6-1 179,-47 2 1,68 2-170,0 0 0,0 1-1,0 0 1,0 0 0,0 0-1,0 0 1,0 1 0,0-1-1,0 1 1,1 0 0,-1 0 0,1 1-1,-1-1 1,1 1 0,0 0-1,0-1 1,0 1 0,0 1 0,1-1-1,-4 5 1,-3 6 22,1 0 0,1 1 1,-12 28-1,-46 153 88,-3 11-29,46-150 0,4 1 0,1 1 0,4 1 0,-11 109-1,20-132-87,-3 84-8,7-121 2,0 0 0,0 0 0,0 0 0,0 0 0,0 0 0,0 0 0,0 0 0,0 0 0,0 0 0,0 0 0,0-1 0,0 1 0,0 0 0,1 0 0,-1 0 0,0 0 0,0 0 0,0 0 0,0 0 0,0 0 0,0 0 0,0 0 0,0 0 0,0 0 0,0 0 0,0 0 0,1 0 0,-1 0 0,0 0 0,0 0 0,0 0 0,0 0 0,0 0 0,0 0 0,0 0 0,0 0 0,0 0 0,1 0 0,-1 0 0,0 0 0,0 0-1,0 0 1,0 0 0,0 0 0,0 0 0,0 0 0,0 0 0,0 0 0,0 0 0,1 0 0,-1 0 0,0 0 0,0 0 0,0 0 0,0 1 0,0-1 0,0 0 0,0 0 0,0 0 0,0 0 0,0 0 0,0 0 0,0 0 0,0 0 0,0 0 0,14-10 41,-1-1 1,-1-1-1,0 0 1,0-1-1,11-17 0,11-11-29,-3 5 7,3 2 1,0 1-1,2 2 1,2 1-1,0 2 1,83-45-1,-115 69-15,4-1 40,-10 5-38,0 0 0,1 1 0,-1-1 0,0 0 0,0 0 0,1 0 0,-1 1 0,0-1 0,0 0 1,1 0-1,-1 1 0,0-1 0,0 0 0,0 0 0,0 1 0,0-1 0,1 0 0,-1 1 0,0-1 0,0 0 0,0 1 0,0-1 0,0 0 0,0 1 0,0-1 0,0 0 0,0 0 0,0 1 0,0-1 0,0 0 1,0 1-1,0-1 0,-1 0 0,1 1 0,0-1 0,0 0 0,0 1 0,-2 8 68,0 0 1,-1 0-1,0 0 1,0-1-1,-1 1 1,-7 12-1,-36 48 135,36-54-186,0 0 0,0 0 0,2 1-1,0 1 1,1-1 0,-7 22-1,14-37-25,1-1 0,0 1-1,0-1 1,-1 1 0,1 0-1,0-1 1,0 1 0,0 0-1,0-1 1,0 1 0,0-1-1,0 1 1,0 0 0,0-1-1,0 1 1,0 0 0,0-1-1,0 1 1,1-1 0,-1 1-1,0 0 1,0-1 0,1 1-1,-1-1 1,0 1 0,1-1-1,-1 1 1,0-1 0,1 1-1,-1-1 1,1 1 0,-1-1-1,1 0 1,-1 1 0,1-1-1,-1 0 1,1 1 0,0-1-1,-1 0 1,1 0 0,-1 0-1,1 1 1,0-1 0,-1 0-1,1 0 1,0 0 0,0 0-1,3 0-1,-1 0 0,1-1-1,0 1 1,-1-1-1,1 0 1,-1 0 0,6-2-1,2-3 19,0 0-1,0-1 0,-1 0 0,0-1 0,11-11 0,46-49 47,-36 31-39,47-71 1,-77 106 93,1 1 0,-1-1-1,0 0 1,0 0 0,0 0 0,0-1-1,0 1 1,-1 0 0,1 0 0,0 0-1,-1-1 1,0 1 0,0 0 0,0-5-1,-19 7 829,16 0-920,-1 1 1,1 0-1,-1 0 1,1 0-1,-1 0 1,1 0-1,0 1 1,0 0-1,-1 0 1,1 0-1,1 0 1,-1 0-1,0 0 1,0 1-1,1 0 1,-1-1-1,1 1 1,0 0-1,0 0 1,0 0-1,-2 6 1,1-4-44,1-1 1,-1 1-1,1 0 0,0 0 1,1 0-1,-1 1 1,1-1-1,0 0 0,1 1 1,-1-1-1,1 0 1,0 1-1,0-1 1,2 9-1,-2-14 22,0 0 1,0 0-1,1 1 0,-1-1 1,0 0-1,0 0 0,0 1 1,0-1-1,1 0 0,-1 0 0,0 0 1,0 0-1,0 1 0,1-1 1,-1 0-1,0 0 0,0 0 1,1 0-1,-1 0 0,0 0 1,0 0-1,1 1 0,-1-1 1,0 0-1,0 0 0,1 0 0,-1 0 1,0 0-1,1 0 0,-1-1 1,9 3 0,-1-1 0,1-1 0,-1 0 0,1 0 0,-1-1 0,1 0 0,-1 0 0,0-1 0,1 0 0,-1 0 0,0-1 0,0 0 0,11-7 0,-11 5-15,0-1 0,0 0 1,-1-1-1,8-8 0,-13 12 16,1 0-1,-1 0 0,0 0 0,-1 0 1,1 0-1,0-1 0,-1 1 0,0 0 1,0-1-1,0 1 0,0-1 1,-1 1-1,1-1 0,-1-4 0,0 7 7,0 1-1,0 0 1,0 0-1,0-1 0,-1 1 1,1 0-1,0-1 0,0 1 1,-1 0-1,1 0 1,0 0-1,0-1 0,-1 1 1,1 0-1,0 0 1,0 0-1,-1 0 0,1-1 1,0 1-1,-1 0 1,1 0-1,0 0 0,-1 0 1,1 0-1,0 0 1,-1 0-1,1 0 0,0 0 1,-1 0-1,1 0 1,0 0-1,-1 0 0,1 0 1,0 0-1,-1 1 1,-10 1 29,9 0-36,0-1 1,0 1-1,0 0 0,0 0 0,1 0 0,-1 0 1,1 0-1,0 0 0,-1 1 0,1-1 0,0 0 1,0 1-1,0-1 0,1 1 0,-1-1 0,1 1 1,-1 3-1,-2 50-68,3-45 25,1-9 37,-1-1 1,0 0-1,0 1 0,0-1 0,1 0 0,-1 0 0,1 0 0,-1 1 0,1-1 0,-1 0 0,1 0 0,0 0 0,-1 0 0,1 0 0,0 0 0,0 0 0,0 0 0,0 0 0,0 0 0,0-1 0,0 1 0,0 0 0,0-1 0,0 1 0,0 0 0,1-1 0,-1 0 0,0 1 0,0-1 0,1 0 0,-1 1 0,2-1 0,6 1 6,0 0 0,1 0-1,14-2 1,-10 1-26,-2-1-1,-1 0-1,0 0 0,0-1 1,0-1-1,0 0 1,0 0-1,0-1 0,-1-1 1,0 0-1,0 0 1,0-1-1,-1 0 0,14-11 1,-8 5-25,-1-1 0,-1-1 0,-1 0 1,1-1-1,-2 0 0,0 0 0,12-25 0,-22 37 57,1 1-1,-1-1 0,1 0 1,-1 0-1,0-1 0,0 1 0,0 0 1,-1 0-1,1 0 0,-1-1 0,0 1 1,0 0-1,0-1 0,-1-5 1,1 9 1,0-1 1,-1 1-1,1-1 1,0 1-1,-1-1 1,1 1-1,-1-1 1,1 1-1,-1-1 1,1 1 0,-1 0-1,1-1 1,-1 1-1,0 0 1,1 0-1,-1-1 1,1 1-1,-1 0 1,0 0-1,1 0 1,-1 0 0,1 0-1,-1-1 1,0 1-1,0 1 1,-23-1 140,16 0-80,4 0-57,0 1 1,0-1-1,1 1 1,-1 0-1,0-1 1,1 2-1,-1-1 0,1 0 1,-1 1-1,1 0 1,0-1-1,-1 1 1,1 1-1,0-1 0,0 0 1,1 1-1,-1-1 1,0 1-1,1 0 1,-4 5-1,3-2-23,-1-1 0,1 1 0,1 0 0,-1 0 0,1 0 1,0 0-1,0 0 0,1 1 0,0-1 0,0 0 0,0 11 0,1-17 11,0 1-1,1 0 1,-1-1-1,0 0 1,1 1 0,-1-1-1,1 1 1,-1-1-1,1 1 1,-1-1 0,1 0-1,-1 1 1,1-1 0,-1 0-1,1 1 1,-1-1-1,1 0 1,0 0 0,-1 0-1,1 0 1,-1 1-1,1-1 1,0 0 0,-1 0-1,1 0 1,-1 0-1,1 0 1,0-1 0,27 1-3,-19 0-1,1-1 3,0 0 0,0 0 0,-1-1 1,1 0-1,0-1 0,-1 0 0,0-1 0,0 0 0,0 0 0,9-6 1,13-10-75,39-33-1,-29 20-104,-33 28 173,4-5-38,1 1 0,1 0-1,15-7 1,-27 15 148,-18 12 214,-3 13-265,0 1-1,2 1 0,0 0 0,-15 36 0,29-54-92,0 1 0,1 0 0,0-1 0,0 1 0,1 0 0,0 0 0,1 1 0,1 13 0,-1-3-766,0-4-1609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6T06:47:59.1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94 40 5413,'0'0'160,"-21"-39"-160,35 42 64,-3 16-64,0 7 0,-11 4 32,0-1-32,0 6-64,-22 1-160,-7 3 128,-3-10-801,7-9-1793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6T06:47:59.5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119 1 2178,'0'0'3459,"-115"91"-3363,111-56-96,4-2 0,8-7-288,38-10 128,16-9-64,24-7 160,26 0-1025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6T06:48:00.0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0 786 1377,'0'0'929,"4"3"-817,0 0-73,1-1 1,0 0-1,0 0 0,0 0 0,0-1 0,0 1 1,0-1-1,0-1 0,0 1 0,0-1 0,1 1 1,-1-1-1,0-1 0,0 1 0,0-1 0,0 0 1,1 0-1,7-3 0,10-4 92,0-1 0,40-21-1,345-211 154,-330 186-895,-2-3 1,133-134-1,-201 183 527,6-5-90,-1-1 0,14-20-1,-24 30 155,1-1-1,-2 1 0,1-1 1,0 1-1,-1-1 1,0 0-1,-1 0 0,1 0 1,-1 0-1,0 0 1,-1-9-1,1 13 27,-2 1-1,1-1 1,0 0-1,0 0 1,-1 1-1,1-1 1,-1 0-1,1 1 1,-1-1-1,1 0 1,-1 1-1,0-1 1,0 1-1,0-1 1,0 1 0,0 0-1,0-1 1,-3-1-1,1 1 24,0 0 1,0 0-1,0 0 0,0 1 1,0-1-1,-1 1 0,1 0 0,-7-2 1,-7 1 143,0 0 0,1 1 0,-23 1 0,21 0-22,-10 0 130,0 1 0,0 2 1,-43 8-1,55-6-193,0-1-1,1 2 1,0 0-1,0 1 1,1 1-1,0 0 1,-22 16 0,21-11-34,0 1 0,1 0 0,0 1 1,1 0-1,1 1 0,1 0 0,0 1 0,1 0 1,1 1-1,0 0 0,1 0 0,-5 23 1,-5 24 27,4 0 1,-8 86 0,16-97-49,-6 38 2,-77 425 163,55-419-80,18-58-83,32-69 642,1 1 0,27-35 0,-38 54-571,1-1-88,87-114 114,-81 110-125,1-1-1,0 1 1,0 1-1,2 1 1,29-19-1,-40 27-20,1 1 1,-1 1-1,0-1 0,1 1 0,0 0 0,-1 0 0,1 0 1,0 1-1,0 0 0,0 0 0,0 1 0,0 0 1,0 0-1,9 1 0,-11 5-8,0 17 91,-2 0 0,-1 0 0,-3 43 0,1-14-9,0-15-28,-1-26-29,2 1 0,-1-1-1,2 1 1,-1-1 0,2 0 0,-1 1 0,4 10 0,-4-19-14,1-1 1,-1 0-1,0 0 0,1 0 0,-1-1 0,1 1 0,0 0 0,-1 0 0,1-1 0,0 1 1,0-1-1,0 0 0,0 0 0,0 1 0,0-1 0,1-1 0,-1 1 0,0 0 0,1 0 1,-1-1-1,0 1 0,1-1 0,3 0 0,6 1-368,1-1-1,0 0 1,16-3-1,-17 0-26,0 0-1,0 0 0,0-1 0,-1 0 1,0-1-1,0-1 0,0 0 1,0 0-1,10-9 0,50-35-1852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6T06:48:00.4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318 78 1217,'0'0'5824,"-15"-13"-5162,15 13-662,-18-15 195,-31-22 0,46 35-180,-1 1-1,1-1 1,0 1 0,-1-1 0,1 1-1,-1 0 1,0 0 0,1 1-1,-1-1 1,0 1 0,1 0 0,-1 0-1,0 0 1,1 0 0,-1 1-1,0-1 1,1 1 0,-1 0 0,-6 2-1,1 2-10,1-1 0,-1 1 0,1 0 0,0 1 0,-8 7 0,15-12-2,-5 4 16,-9 7 16,1 0 0,-18 22 0,28-31-36,1 2-1,0-1 1,0 0 0,0 1 0,1-1-1,0 1 1,0 0 0,0-1-1,0 1 1,1 0 0,-1 0 0,1 0-1,1 1 1,-1 4 0,1-8-10,0-1 0,-1 1 0,1-1 0,0 0 1,1 1-1,-1-1 0,0 1 0,0-1 0,1 1 1,-1-1-1,0 1 0,1-1 0,0 0 0,-1 1 1,1-1-1,0 0 0,0 0 0,-1 0 0,1 1 1,0-1-1,0 0 0,0 0 0,3 1 0,-1 0-17,1-1 0,0 0-1,0 0 1,-1 0 0,1-1 0,0 1-1,8-1 1,6 0-149,0 0 1,0-1-1,29-4 1,-37 2 37,0 1 1,0-2-1,0 1 1,0-1-1,-1-1 1,1 0 0,12-8-1,-8 3 4,0 0 0,-1-1 0,0 0 0,16-19 0,-25 25 157,0 0 0,0-1 0,-1 0-1,1 0 1,-1 0 0,0 0 0,-1 0-1,0 0 1,0-1 0,0 1 0,-1-1 0,0 1-1,0-1 1,0-8 1420,-3 15-1388,0 1 0,0-1 0,0 1 0,0-1 0,0 1 0,1 0 0,-1 0 0,0 0 0,0 0 0,1 0 0,-1 0 0,1 1 0,-1-1 0,1 1 0,-1-1 0,1 1 0,0-1 0,0 1 0,0 0 0,0-1 0,0 1 0,0 0 0,0 0 0,0 0 0,0 3 0,-3 8-69,0 0-1,-2 22 0,5-32 61,0 5-72,0-1 1,1 1-1,0-1 0,0 1 1,1 8-1,0-15 18,-1-1 0,0 0-1,0 1 1,0-1 0,0 0-1,0 1 1,0-1-1,1 0 1,-1 1 0,0-1-1,0 0 1,0 0 0,1 1-1,-1-1 1,0 0 0,0 0-1,1 0 1,-1 1 0,0-1-1,0 0 1,1 0 0,-1 0-1,0 0 1,1 1-1,-1-1 1,0 0 0,1 0-1,-1 0 1,0 0 0,1 0-1,-1 0 1,1 0 0,7 1-259,1 0 1,-1-1 0,1 0-1,-1 0 1,1-1 0,-1 0-1,0-1 1,1 0 0,-1 0-1,0 0 1,0-1 0,-1-1-1,1 1 1,9-7-1,40-29-2272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6T06:48:00.8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 21 320,'0'0'7068,"0"-5"-6427,-1-10-408,-2 33-106,-4 24 68,-3 2-174,2 0 1,1 0-1,0 50 1,7-94-172,12-9 74,-11 7 72,40-50 31,42-45 29,-74 87-52,0 1 0,1 1-1,0 0 1,1 0-1,0 1 1,0 0-1,18-8 1,-24 14-4,0-1 0,1 0 0,0 1 0,-1 0 0,1 1 0,-1-1 0,12 1 0,-14 0 0,-2 1 2,0-1 0,0 0 0,0 0 1,-1 1-1,1-1 0,0 0 0,0 1 0,-1-1 0,1 1 0,0-1 0,-1 1 0,1-1 1,-1 1-1,1 0 0,0-1 0,-1 1 0,1 0 0,-1-1 0,0 1 0,1 0 0,-1 0 1,0-1-1,1 1 0,-1 0 0,0 0 0,0 0 0,0-1 0,1 1 0,-1 0 1,0 0-1,0 0 0,-1 0 0,1 37 106,0-26-88,-2 26 36,1-24-121,1 0 0,0 0 1,4 26-1,0-32-1339,5 1-1351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6T06:48:01.2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 0 7271,'0'0'993,"-44"26"-1442,106-26-1376,17 0-1378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6T06:48:01.5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26 9929,'0'0'161,"11"-26"-6632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6T06:48:22.6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 43 1922,'0'0'4772,"-47"-43"-4547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6T06:48:23.4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 1 1569,'0'0'4624,"-3"0"-4016,-9 0-154,9 0-193,5 0-15,7 1-228,-1 0 1,1 1-1,0 0 0,-1 1 0,1 0 1,-1 0-1,0 1 0,0 0 1,9 6-1,28 12 23,99 35 169,3-6-1,2-8 1,217 36-1,178-3-21,73 11 19,592 134 169,113 18 1074,-1059-196-1342,638 85 115,-880-126-222,315 39 100,-333-41-41,-2 0-47,-1 0 0,1 0 0,-1 0 1,0 0-1,1 0 0,-1 0 0,0 1 0,1-1 0,-1 0 0,0 0 1,1 0-1,-1 0 0,0 0 0,1 0 0,-1 1 0,0-1 0,1 0 1,-1 0-1,0 0 0,1 1 0,-1-1 0,0 0 0,0 1 0,1-1 1,-1 0-1,0 0 0,0 1 0,0-1 0,0 0 0,1 1 1,-1-1-1,0 0 0,0 1 0,0-1 0,0 1 0,0-1 0,0 0 1,0 1-1,0-1 0,0 0 0,0 1 0,0-1 0,0 1 0,0-1 1,0 0-1,0 1 0,0-1 0,-1 1 2120,0-4-2123,-1-1-230,-1 0 1,1 0-1,-1 0 0,0 0 0,0 1 0,0-1 0,-1 1 0,1-1 1,-1 1-1,-6-3 0,-43-29-4083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6T06:48:24.3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 23 5862,'0'0'3742,"-4"-5"-3545,4 4-195,-1 0 1,0 0-1,0 0 0,1 0 0,-1 0 0,0 0 0,1 0 0,-1 0 0,1 0 1,-1 0-1,1 0 0,0 0 0,-1-2 0,1 2-2,1 1 0,-1 0 1,0 0-1,1 0 0,-1 0 0,1 0 0,-1 0 1,1 0-1,-1 0 0,0 0 0,1 0 0,-1 0 0,1 0 1,-1 0-1,0 0 0,1 0 0,-1 0 0,1 0 1,-1 1-1,0-1 0,1 0 0,-1 0 0,0 0 0,1 1 1,-1-1-1,1 0 0,45 30-3,-16-9 8,-9-7-10,0 1-1,30 28 0,-46-38 4,0 1 1,-1-1-1,1 1 0,-1 0 0,0 0 0,0 1 1,-1-1-1,0 1 0,0-1 0,0 1 0,-1 0 1,0 0-1,2 14 0,-3 66-25,-1-51 27,-2-20 4,0 1 0,-1 0-1,0-1 1,-2 0 0,0 0-1,-1 0 1,-12 25 0,4-9-2,-47 86-533,51-100 267,3-2-1583,6-8-1885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6T06:48:24.7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 1 897,'0'0'4949,"25"6"-5008,1 0-7,0 1 0,27 12 0,-49-18 65,-1 1 1,1 0-1,-1 0 0,0 1 0,0-1 0,0 1 1,0-1-1,0 1 0,0 0 0,-1 0 0,0 0 1,1 0-1,-1 0 0,3 7 0,-3-3 32,1 1 0,-1-1 0,0 1 0,1 14 0,-2-17-14,1 20 100,1 36-1,-3-51-63,-1 0 1,0 1 0,-1-1 0,0 0-1,0 0 1,-6 14 0,-1-7 26,-1-1 0,0-1 1,-1 0-1,-1-1 0,0 0 0,-1 0 0,-17 12 0,7-4 40,-23 28 0,41-39-916,11-14-1323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6T06:48:25.1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238 1 3651,'0'0'4389,"-195"29"-4165,167 20-128,13 6-96,15 6 0,0-2 0,58-4 0,32-10 0,33-28-3299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6T06:48:25.8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94 6 2755,'0'0'4644,"0"-4"-4003,0 3-298,0 3 2159,-1 6-2480,-1 1 0,1-1 0,-1 0 0,-1 0 0,0 0 0,0 0 0,-6 11 0,3-7-11,1 0 0,-6 20-1,9-20-183,-4 15 622,6-26-571,-1 0-1,1 0 0,0 0 0,-1 0 0,1 0 0,-1-1 0,1 1 0,-1 0 0,1 0 0,-1 0 0,0-1 0,1 1 0,-1 0 0,0-1 0,1 1 0,-1-1 0,0 1 0,0-1 1,0 1-1,0-1 0,1 0 0,-1 1 0,0-1 0,-2 1 0,-19-1-5322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6T07:34:06.7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32,'0'0'0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6T07:34:11.1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1 292 160,'0'0'1901,"8"-3"-1832,27-12-53,-11 10 5,-12 2-15,11-5-115,-18 7 14,-1 0 0,0-1 1,0 1-1,0-1 0,0 0 1,-1 0-1,1 0 0,5-5 1,-8 6 40,2 1 1384,0 1-1323,0-1 1,0 1-1,0-1 0,0 0 1,0 0-1,0 0 1,0 0-1,3-1 1,5 0-1,393 1 68,-361-2-31,0-3 1,67-15-1,-15 1-27,-23 8-13,183-32 24,269-48-87,-419 77 1,0 4 1,121 5 0,-39 2-33,-123 4 90,-41 0 0,1-1 0,26-3 0,-49 3-31,-1 0-1,0 0 0,0 0 0,1 0 1,-1 0-1,0 0 0,1 0 0,-1 0 1,0 0-1,1 0 0,-1 0 0,0 0 1,0-1-1,1 1 0,-1 0 0,0 0 1,1 0-1,-1 0 0,0-1 1,0 1-1,0 0 0,1 0 0,-1 0 1,0-1-1,0 1 0,0 0 0,1 0 1,-1-1-1,0 1 0,0 0 0,0-1 1,0 1-1,0 0 0,0 0 0,1-1 1,-1 0-1,0-5-1100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6T07:34:11.9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273 0 1954,'0'0'2226,"-22"2"-2141,-66 6-21,86-8-56,-1 1-1,0-1 0,1 1 1,-1-1-1,1 1 1,-1 0-1,1 0 0,-1 0 1,-3 3-1,5-4-6,1 1 0,-1-1 0,1 1 0,-1 0 0,0-1 0,1 1 0,0 0 0,-1-1 0,1 1 0,-1 0 0,1 0 0,0-1 0,0 1 0,0 0 0,-1 1 0,0 4-5,-55 148-50,43-121 91,1 0 0,1 1 0,2 0-1,2 0 1,1 1 0,1 0-1,0 46 1,5-53 34,-1-18-61,1 1 0,0 0 1,1 0-1,3 19 0,-3-27-10,0 1-1,1-1 1,-1 0-1,1 0 1,-1 0-1,1 0 1,0 0-1,0 0 1,0-1-1,0 1 1,0-1-1,1 1 1,-1-1-1,1 0 1,0 0-1,0 0 1,0 0-1,0-1 1,4 3-1,1-1-55,0-1-1,1 1 0,-1-2 1,1 1-1,-1-1 0,14 0 1,-16 0 6,0-1 0,1-1 0,-1 1 0,0-1 0,1 0 0,-1-1-1,0 1 1,0-1 0,9-4 0,-8 1 43,0 0-1,0-1 0,-1 0 0,0 0 0,0 0 1,0-1-1,-1 1 0,4-9 0,4-4-15,16-40-1,-20 38 48,-2-1 0,-1 1 0,0-1 0,-2 0 0,3-26 0,-2-112 200,-5 157-218,1-2 10,-1 0 0,0 0 0,-1 0 0,1 0 1,-1 0-1,0 0 0,0 0 0,0 0 0,-1 0 1,0 0-1,0 0 0,0 1 0,-1-1 1,1 1-1,-1-1 0,0 1 0,0 0 0,-1 0 1,1 1-1,-1-1 0,0 1 0,0-1 0,0 1 1,0 0-1,0 1 0,-5-3 0,-1 0 26,1 1-1,-1 0 1,1 1-1,-1 0 1,0 0-1,0 1 1,-12-1-1,-73 0 20,81 3-96,11 0-178,3 0 173,-1 0 1,1 0-1,0 0 0,0 0 0,-1 0 0,1 1 0,0-1 0,0 0 0,-1 0 0,1 0 1,0 0-1,-1 0 0,1 0 0,0 0 0,0 0 0,-1-1 0,1 1 0,0 0 1,0 0-1,-1 0 0,1 0 0,0 0 0,0 0 0,-1 0 0,1-1 0,0 1 1,0 0-1,0 0 0,-1 0 0,1 0 0,0-1 0,0 1 0,0 0 0,0 0 1,-1-1-1,1 1 0,0 0 0,0 0 0,0 0 0,0-1 0,0 1 0,0 0 1,0-1-1,0 1 0,0-12-2042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6T07:34:30.6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1494 6887,'39'-39'80,"280"-269"-118,40-68 302,-245 253-250,-103 111-13,144-165 132,-136 152-112,-2 0-1,0-1 0,-2-1 0,-1 0 1,17-46-1,-26 56 11,-1 0 0,-1-1 0,0 0 1,-1 1-1,-1-28 0,-1 40-21,0 1-1,0-1 1,0 1 0,0-1-1,-1 1 1,0-1 0,0 1-1,0 0 1,-1 0 0,1-1-1,-1 1 1,0 0 0,0 0-1,-1 0 1,1 1 0,-1-1-1,0 1 1,0-1 0,0 1-1,0 0 1,0 0 0,-1 0-1,1 0 1,-1 1 0,0 0-1,0-1 1,0 1 0,0 1 0,0-1-1,0 0 1,-9-1 0,-5-1 186,-1 1 0,0 0 0,0 1 0,0 1 0,0 1 0,-20 3-1,35-3-175,0 1-1,0-1 0,0 1 0,0 0 0,0 0 0,1 1 1,-1-1-1,0 1 0,1 0 0,-1 0 0,1 0 0,0 1 0,-1-1 1,1 1-1,0-1 0,1 1 0,-1 0 0,0 0 0,1 1 0,0-1 1,-1 0-1,2 1 0,-1-1 0,-3 8 0,-1 7-19,1-1-1,1 1 0,0 0 0,-1 23 1,5-41 0,-11 140-3,8 159 0,5-158 3,-3-67-33,7 160-344,-4-206 320,2 0 0,1 0-1,2 0 1,0-1 0,2 0-1,13 29 1,-20-53-46,-1 0-1,1 1 1,0-1 0,1 0 0,-1 0-1,0 0 1,1 0 0,0-1 0,0 1-1,0-1 1,0 0 0,0 0 0,0 0-1,0 0 1,1 0 0,-1 0-1,0-1 1,1 0 0,0 0 0,-1 0-1,1 0 1,0 0 0,0-1 0,-1 0-1,1 0 1,0 0 0,0 0 0,-1 0-1,1-1 1,0 0 0,-1 1 0,1-1-1,0-1 1,-1 1 0,1 0 0,-1-1-1,4-2 1,1-2-75,0 1 0,-1-2 0,1 1 1,-1-1-1,-1 0 0,7-9 0,36-56-472,10-30-626,4-10-267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6T07:34:31.0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83 0 1537,'0'0'4378,"-10"36"-3967,-1 1-316,-3 8 26,2 1-1,2 0 0,-4 48 1,2 246 593,12-298-686,0-41-59,0-1 0,0 0 1,0 1-1,1-1 1,-1 1-1,0-1 1,0 1-1,0-1 0,0 0 1,1 1-1,-1-1 1,0 1-1,0-1 1,1 0-1,-1 1 0,0-1 1,1 0-1,-1 1 1,0-1-1,1 0 1,-1 0-1,0 1 0,1-1 1,-1 0-1,1 0 1,-1 0-1,1 1 1,-1-1-1,0 0 0,1 0 1,-1 0-1,1 0 1,-1 0-1,1 0 1,-1 0-1,1 0 0,-1 0 1,1 0-1,19-5-1526,-17 4 1412,-1 0 0,1 0 0,-1-1 0,1 1 0,-1-1 0,0 0 0,0 0 0,0 0 0,0 0 0,0 0 0,3-3 0,29-53-1569</inkml:trace>
  <inkml:trace contextRef="#ctx0" brushRef="#br0" timeOffset="1">184 117 1153,'0'0'5125,"-7"-3"-5189,36 3-5029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6T07:34:31.5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9 705,'198'-8'3075,"-195"8"-3013,0 0 0,-1 0 0,1 0 0,0 0 0,-1 1 0,1-1 0,-1 1 0,1 0 0,-1 0 0,1 0 0,3 2 0,-6-3-48,1 1-1,-1-1 1,1 1 0,-1-1-1,0 1 1,1 0-1,-1-1 1,0 1-1,0-1 1,1 1 0,-1 0-1,0-1 1,0 1-1,0 0 1,0-1 0,0 1-1,0 0 1,0-1-1,0 1 1,0 0-1,0-1 1,0 2 0,-16 89 949,9-57-388,-4 47 1,6 199-339,5-235-218,1-65 11,0-1-1,1 1 1,1 0 0,0 0 0,2 0-1,0 1 1,2-1 0,0 1 0,1 1-1,1-1 1,0 2 0,2-1-1,23-30 1,-31 44-39,0 1 1,1 0-1,-1 0 0,0 0 0,1 0 0,0 1 1,0 0-1,0-1 0,0 1 0,0 0 0,5-1 1,0 1-133,-1 0 1,1 1 0,0 0 0,14 1 0,-20 0 123,-1 1 0,1-1 0,-1 1-1,1-1 1,-1 1 0,1 0 0,-1 0 0,0 0 0,0 1-1,0-1 1,1 0 0,-1 1 0,0 0 0,-1-1-1,1 1 1,0 0 0,0 0 0,-1 0 0,1 0 0,-1 0-1,0 0 1,1 0 0,-1 1 0,0-1 0,0 0-1,-1 1 1,2 4 0,2 7 47,-1 0-1,0 0 0,1 21 1,-4-34-30,3 118-80,-3-118 57,0-1 0,0 1 0,0-1-1,1 1 1,-1-1 0,0 1 0,0-1 0,0 1 0,0-1-1,0 1 1,1-1 0,-1 1 0,0-1 0,0 0 0,1 1-1,-1-1 1,0 1 0,0-1 0,1 0 0,-1 1 0,1-1-1,-1 0 1,0 1 0,1-1 0,-1 0 0,1 0 0,-1 0-1,0 1 1,1-1 0,-1 0 0,1 0 0,-1 0 0,1 0-1,-1 0 1,1 0 0,0 0 0,1 0-98,0 0 1,0 0-1,1 0 0,-1 0 1,0-1-1,0 1 0,0-1 1,4-1-1,0-1 50,-1 0 1,1-1-1,-1 1 0,1-1 0,-1 0 1,0-1-1,-1 1 0,1-1 1,6-9-1,4-7 84,14-26 0,-13 20-42,-6 11 32,21-35 26,2 2 0,49-57 1,-76 99-48,2 0 0,-1 0 0,13-9 0,-17 14 8,0 0 0,1 0 0,-1 1 0,1-1-1,-1 1 1,1-1 0,0 1 0,0 0 0,-1 1 0,1-1 0,7 0 0,-10 1 12,-1 0 0,1 0 0,-1 1 0,1-1-1,0 0 1,-1 0 0,1 0 0,0 0-1,-1 0 1,1 1 0,-1-1 0,1 0 0,-1 1-1,1-1 1,0 0 0,-1 1 0,1-1-1,-1 1 1,0-1 0,1 0 0,-1 1 0,1-1-1,-1 1 1,0 0 0,1-1 0,-1 1 0,0-1-1,1 1 1,-1-1 0,0 1 0,0 0-1,0 1 1,1 25 365,-2-13-173,1 13 122,0 0 0,-2 1 0,-1-1 0,-13 52 0,10-61-289,1 0-1,1 0 1,0 0 0,1 1-1,1-1 1,1 1 0,2 26-1,-1-41-28,1 0 0,0 0-1,0 0 1,0 0 0,1 0-1,0 0 1,-1 0 0,1 0 0,0-1-1,1 1 1,-1-1 0,1 1-1,-1-1 1,1 0 0,0 0-1,0 0 1,1 0 0,-1-1-1,0 1 1,1-1 0,7 4-1,1-1-163,0-1-1,1 0 1,-1 0-1,1-1 0,0-1 1,15 2-1,81-2-1589,20-8 299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6T07:34:32.0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480 110 4132,'0'0'3320,"-35"-19"-2818,-112-54-80,140 69-385,0 2-1,-1-1 1,1 1 0,-1 0-1,0 0 1,-8 0 0,13 2-28,-1 0 1,1 0-1,-1 0 1,1 1-1,-1-1 1,1 1-1,-1 0 0,1 0 1,0 0-1,-4 2 1,1 0-13,1 1-1,0 0 1,1 0 0,-1 0 0,1 0 0,0 1-1,0 0 1,0 0 0,0 0 0,-3 6-1,0 1-11,-12 16-21,2 2-1,1 0 1,1 1 0,1 0 0,2 1 0,2 0 0,1 1 0,1 0 0,2 1 0,1-1 0,-1 47 0,6-77 8,0 0-1,1 0 1,-1 1-1,0-1 1,1 0-1,0 0 1,0 1-1,0-1 1,0 0-1,0 0 1,1 0-1,-1 0 1,1-1 0,0 1-1,0 0 1,3 3-1,-1-3-47,0 0 0,0 0 0,0 0-1,0 0 1,0-1 0,0 0 0,1 0 0,-1 0-1,1 0 1,5 0 0,10 2-355,0-1 0,0-1 0,0-1 0,26-2 0,-40 0 310,2 1 69,0-1 1,0-1-1,0 1 0,-1-2 0,1 1 0,-1-1 1,1 0-1,-1 0 0,0-1 0,0 0 1,-1 0-1,1-1 0,-1 1 0,0-2 0,0 1 1,0-1-1,-1 1 0,0-2 0,0 1 1,0 0-1,3-9 0,0 2 102,-1-1 0,0 0 1,-2 0-1,1 0 0,-2-1 0,0 0 0,-1 0 0,0 0 1,-1 0-1,0-19 0,-3-18 1231,1 51-1191,-1 0-1,1 0 1,-1 0-1,0 0 1,1 0 0,-1 0-1,0 0 1,0 1-1,0-1 1,0 0 0,0 0-1,0 1 1,0-1 0,0 0-1,0 1 1,0-1-1,0 1 1,0-1 0,0 1-1,-1 0 1,1-1-1,0 1 1,0 0 0,0 0-1,-1 0 1,1 0-1,-2 0 1,0 0 55,-1 0 1,0 0-1,1 0 0,-1 0 1,1 1-1,-1-1 0,0 1 1,-5 2-1,6-1-115,1-1 0,0 1 1,0-1-1,0 1 0,0 0 0,0 0 0,0 0 1,0 0-1,1 1 0,-1-1 0,1 0 0,0 1 1,0-1-1,-2 4 0,-9 43 5,9-39-21,-5 48 12,2 1 1,4 111-1,3-97 18,2 36-60,22 138 0,-13-135-209,-2 138 1,-9-238 182,-4 17-28,3-28 70,-1 0-1,1 0 1,-1 0-1,1 0 1,-1 0-1,0 0 1,0 0-1,1-1 1,-1 1-1,0 0 1,0 0-1,0-1 1,0 1-1,0 0 1,0-1-1,0 1 1,0-1-1,0 1 1,0-1-1,0 0 1,-2 1-1,-20 3-159,0-1 0,1-1 0,-1-1 0,-43-5 0,61 4 120,0 0 0,0-1 1,0 0-1,0 0 1,1-1-1,-1 1 0,0-1 1,1 0-1,-1 0 0,1-1 1,0 1-1,0-1 1,0 0-1,0 0 0,-6-6 1,5 3-88,1 1 0,0-1 0,0 0 0,1 0-1,0 0 1,0-1 0,0 1 0,1-1 0,0 1 0,-2-10 0,2 1-32,0 1 0,1-1 0,1 1 0,0-1 1,1 1-1,1-1 0,0 1 0,0 0 0,2-1 0,8-22 0,0 13-215,0 0 1,25-34-1,49-63-2023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6T07:34:32.6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0 101 8360,'0'0'673,"184"-35"-2435,-58 12 160,4-19-672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6T07:34:33.0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1 925 7944,'0'0'0,"187"-3"-4196,-79-36 1665</inkml:trace>
  <inkml:trace contextRef="#ctx0" brushRef="#br0" timeOffset="1">1050 896 7463,'0'0'0,"137"-211"-64,-47 56 64,14-17-64,4-13-1313,-10 13-1730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6T07:34:33.6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303 0 833,'0'0'1975,"-29"35"-651,4-6-1098,1-4-84,2 2-1,1 0 1,2 1 0,0 1 0,2 1 0,1 1 0,-12 32 0,9-6 215,3 1-1,2 0 1,-12 113 0,19-66-150,8 146 1,2-211-218,2-1 1,2 0-1,1 0 1,2-1-1,1 0 0,3-1 1,1 0-1,1-1 0,27 43 1,-36-67-141,1-1 0,1 0 0,0 0 0,0-1 0,20 17 0,-25-23-2,1-1 1,0 1 0,0-1-1,0-1 1,0 1 0,1-1 0,-1 1-1,1-2 1,-1 1 0,1 0 0,0-1-1,-1 0 1,1-1 0,0 1 0,11-2-1,-15 1 125,1 0 0,-1-1 0,0 0 0,1 0-1,-1 0 1,1 0 0,-1 0 0,0 0 0,0 0-1,0-1 1,0 1 0,0-1 0,0 1 0,0-1 0,0 0-1,0 0 1,-1 0 0,1 0 0,-1 0 0,1 0-1,1-5 1,2-4 16,-1 0 0,-1 0 0,5-18 0,-5 16 34,7-42 212,7-102-1,-7 42 1235,-10 115-1418,0-1 0,0 1 0,0 0 0,0 0 0,0-1 1,0 1-1,0 0 0,0-1 0,0 1 0,0 0 0,0-1 0,0 1 0,0 0 0,0 0 0,0-1 0,0 1 1,1 0-1,-1-1 0,0 1 0,0 0 0,0 0 0,1 0 0,-1-1 0,0 1 0,0 0 0,0 0 0,1 0 1,-1-1-1,0 1 0,0 0 0,1 0 0,-1 0 0,0 0 0,1 0 0,-1 0 0,1-1 0,-1 2-18,1-1 0,0 1 0,-1-1 0,1 1 0,0-1 0,-1 1 0,1 0 0,-1-1 0,1 1 0,-1 0 0,1-1 0,-1 1 0,1 0-1,-1 0 1,0-1 0,1 2 0,18 48 147,18 73-1,-22-67-38,24 60 0,-36-110-391,-1-1 0,1 1-1,0-1 1,1 1 0,-1-1 0,8 8 0,-10-12 142,0 1 1,1-1-1,-1 0 1,0 0-1,1 0 1,-1 0-1,1 0 0,0-1 1,-1 1-1,1 0 1,-1-1-1,1 1 1,0-1-1,0 1 1,-1-1-1,1 0 0,0 0 1,0 0-1,-1 0 1,1 0-1,0 0 1,0 0-1,-1-1 0,1 1 1,0-1-1,3-1 1,-4 2-42,0-1 0,1 0-1,-1 0 1,1 0 0,-1 0 0,0 0 0,0 0 0,1-1 0,-1 1 0,0 0 0,0-1-1,0 1 1,0-1 0,0-1 0,17-40-1287</inkml:trace>
  <inkml:trace contextRef="#ctx0" brushRef="#br0" timeOffset="1">685 1239 512,'0'0'6503,"11"-103"-5927,-8 103-1184,4 0-481,4 0-2050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6T07:34:34.0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 1 6790,'0'0'529,"-6"29"-326,-19 97-107,20-94-116,2 1 0,1 0 0,2 44 1,1-22-2491,-1-54 1672,4-15 1062,5-34 452,15-53 0,-20 87-632,1 0 0,1 0 1,0 0-1,1 1 0,0 0 1,1 0-1,1 1 0,11-14 1,-16 22-68,0 0 0,1 1-1,-1 0 1,0 0 0,1 0 0,0 0 0,0 1 0,0 0 0,0 0 0,0 0-1,0 0 1,1 1 0,-1 0 0,0 0 0,1 1 0,-1-1 0,1 1-1,-1 0 1,0 1 0,11 1 0,-13-1 32,0 0-1,-1 0 1,1 0-1,0 1 1,-1-1-1,1 1 1,0-1-1,-1 1 1,0 0-1,0 0 1,1 0-1,-1 0 1,0 1-1,-1-1 1,1 1-1,0-1 1,-1 1-1,1-1 1,-1 1-1,0 0 1,0 0-1,0-1 1,1 7-1,3 7 171,-1 1 1,2 30-1,-2 78 218,-4-104-367,0-21-89,0-4-1008,1-6 973,1 0 1,-1 0 0,1 0-1,1 0 1,0 1 0,0-1-1,8-15 1,40-64 162,-44 78-56,25-39 56,-28 46-67,0-1 0,-1 1-1,1 0 1,1 0 0,-1 0-1,0 1 1,10-7 0,-13 9 3,0 1-1,0-1 1,0 1 0,0-1 0,0 0-1,0 1 1,1 0 0,-1-1 0,0 1-1,0 0 1,0-1 0,0 1 0,0 0-1,1 0 1,-1 0 0,0 0 0,0 0 0,0 0-1,0 0 1,1 1 0,-1-1 0,0 0-1,0 1 1,0-1 0,0 0 0,0 1-1,0 0 1,0-1 0,0 1 0,0 0-1,0-1 1,0 1 0,0 0 0,0 0-1,-1 0 1,1 0 0,0-1 0,1 3-1,-1 2 79,1-1 0,0 1 0,-1 0 0,0 0 0,0-1 0,-1 1 0,1 9 0,0 316 701,-1-327-805,0 1-1,0-1 0,1 1 1,-1-1-1,1 1 1,0-1-1,0 1 0,0-1 1,0 1-1,0-1 0,1 0 1,0 0-1,0 0 0,0 0 1,0 0-1,0 0 0,0 0 1,1-1-1,4 5 1,-1-4-117,0 0 1,0 0 0,0 0-1,0-1 1,0 0 0,1 0-1,-1-1 1,0 1 0,1-1 0,7-1-1,66 3-2451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6T07:34:34.4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413 302 7399,'0'0'886,"6"-7"-966,6-6 39,1 0 0,0 2-1,1 0 1,0 0 0,1 1 0,23-11 0,16-13 142,-28 18-89,0-2 0,-2-1-1,0-1 1,36-40 0,-58 58 19,-1 1 0,0-1 0,1 0 1,-1 1-1,0-1 0,0 0 0,0 0 0,0 0 0,0 0 0,-1 0 1,1 0-1,-1 0 0,1 0 0,-1-1 0,0 1 0,0 0 0,0-2 1,-20 3 1227,15 1-1167,0 1-1,0-1 0,0 1 1,0 0-1,0 1 0,0-1 0,0 1 1,0 0-1,1 0 0,-1 0 1,1 1-1,-1-1 0,-6 7 0,-2 3-27,0 0-1,-19 24 0,32-35-63,-33 39 39,3 1 0,1 2 0,-46 92-1,60-101-34,2 0 0,1 0 0,2 1 0,1 1-1,1-1 1,-3 58 0,8 85 71,3-120-97,0-26-15,2 0 0,1 0-1,1 0 1,17 59-1,14 15-146,21 80-464,-55-183 634,1 4-50,-1 0 0,0 1 0,0-1 0,0 0 0,-1 11 0,-1-17 61,1 1-1,0 0 1,-1 0-1,1-1 1,-1 1-1,1 0 1,-1-1-1,0 1 1,0 0 0,0-1-1,0 1 1,0-1-1,0 0 1,0 1-1,0-1 1,-1 0-1,1 1 1,0-1-1,-1 0 1,1 0-1,-1 0 1,0 0-1,1-1 1,-1 1-1,1 0 1,-4 0 0,-19 5 61,0 0 1,0-2 0,-37 2 0,-81-5 175,88-1-58,43 0-148,-1 0 11,-1 0 1,0-1-1,-16-3 1,26 4-61,0-1 0,1 1 0,-1-1 1,1 0-1,-1 0 0,1 0 0,-1 0 0,1-1 1,0 1-1,0-1 0,-1 1 0,1-1 0,0 0 1,0 0-1,1 0 0,-1 0 0,0 0 0,1 0 1,-1 0-1,1 0 0,-3-5 0,3 0-158,-1 0-1,1 0 0,0 0 0,0 0 1,1-1-1,0 1 0,1 0 0,-1 0 1,1 0-1,0 0 0,1 0 1,0 0-1,0 0 0,4-7 0,7-9-786,0 1 0,24-28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6T07:34:34.8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4933,'0'0'0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6T07:34:35.1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62 6598,'0'0'481,"183"-26"-962,-103 7-672,-12 2-929</inkml:trace>
  <inkml:trace contextRef="#ctx0" brushRef="#br0" timeOffset="1">29 279 7591,'0'0'481,"76"0"-706,0-9-575,10-27-674,1-13-1473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6T07:34:35.7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493 0 7239,'0'0'2968,"-3"4"-2295,-25 40-679,-1-2 0,-3-2 1,-48 49-1,64-73-122,-1-1 0,0 0 0,-2-1 0,1-2 0,-2 1 0,1-2 0,-2-1 0,1 0 0,-1-2 0,-26 7 0,41-13 112,-1 0 0,1-1 0,-1 0 0,0 0 0,1-1 0,-1 0 0,0 0 0,0-1 0,-8-1 0,14 1-3,0 0 0,0 0 0,0 0 0,1 0-1,-1 0 1,0 0 0,0-1 0,1 1 0,-1 0 0,1-1 0,-1 1 0,1 0 0,-1-1 0,1 1 0,0-1 0,0 1 0,-1 0 0,1-1-1,0 1 1,0-1 0,1 1 0,-1 0 0,0-1 0,1-1 0,-1-5-118,0-10-125,0-2 185,0 0 0,1-1 0,1 1 0,6-23 0,-7 37 74,1 0 0,0 1 0,0-1 0,1 0 0,0 1-1,0 0 1,0-1 0,0 1 0,1 1 0,0-1 0,0 0 0,0 1 0,1 0 0,-1 0 0,1 0 0,0 1 0,0-1 0,9-3 0,-5 4-72,-1 1 1,0 0-1,0 0 0,1 1 1,-1 0-1,1 1 0,-1 0 0,1 0 1,16 3-1,-23-2 72,1-1 0,-1 1 0,0 0 0,1 0 0,-1 0 0,0 0 0,0 1 0,0-1 0,0 1 0,0-1 0,0 1 0,0 0 0,0-1 0,0 1 0,-1 0 0,3 3 0,20 40 39,-16-28-10,24 49 222,40 74 56,-58-117-258,0-1 0,2 0 0,34 36 0,-43-52-49,0 0 0,0-1 0,1 1 0,0-1 1,1-1-1,-1 0 0,1 0 0,-1 0 0,1-1 0,0-1 0,0 1 0,1-2 0,-1 1 0,0-1 0,1 0 0,-1-1 0,0 0 0,1-1 0,17-3 0,-22 3 22,0-1 0,0 0 0,-1 0 0,1 0-1,-1-1 1,0 0 0,1 0 0,-1 0-1,0 0 1,-1 0 0,1-1 0,-1 0 0,1 1-1,4-9 1,4-6 99,0 0 0,8-21 0,-14 26-84,0 1 1,-1-1-1,-1 0 1,0 0-1,-1 0 1,-1-1-1,0 1 1,0-1-1,-2 0 1,1 1-1,-2-1 1,-2-17-1,3 29-20,-1 0 0,0 0-1,1 0 1,-1 0 0,0 0-1,0 0 1,0 0 0,0 0 0,0 0-1,0 1 1,-1-1 0,1 0-1,-1 1 1,1-1 0,-1 1-1,0-1 1,1 1 0,-1 0 0,0 0-1,0 0 1,0 0 0,0 0-1,0 0 1,0 0 0,0 1-1,0-1 1,-3 0 0,-5 0 22,-1-1-1,0 2 1,0 0 0,-13 1 0,19-1-60,2 1-37,-1-1 1,0 1-1,1 0 0,-1 0 0,1 0 0,-1 0 0,1 1 1,0-1-1,0 1 0,-1 0 0,1 0 0,0 0 0,-3 3 0,-4 5-611,1 0 0,-11 14 0,2-3-821,-21 25-2719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6T07:34:41.2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440 355 2979,'0'0'411,"-33"25"-272,-104 78-43,132-99-97,-12 10 163,-36 21 0,49-34-86,-1 1 0,1-1 0,0 0 0,0 0 0,-1 0 0,1-1 1,0 0-1,-1 0 0,-5 0 0,5 0-7,2 0-48,1-1 0,0 1 0,0-1 0,0 1 0,0-1 0,0 0-1,0 0 1,0 0 0,0 0 0,0 0 0,0 0 0,0-1 0,1 1 0,-1 0 0,0-1 0,1 0 0,-1 1 0,1-1 0,-2-2 0,-3-5 19,1 0 0,-9-18 0,1-5-23,1 0 1,1-1-1,2 0 0,-9-65 0,10 20-57,3-85-1,5 163 35,0 0 1,0-1-1,0 1 0,0 0 0,0 0 0,1-1 0,-1 1 0,0 0 0,0 0 0,0-1 0,1 1 0,-1 0 0,0 0 0,0 0 0,0-1 1,1 1-1,-1 0 0,0 0 0,1 0 0,-1 0 0,0 0 0,0 0 0,1-1 0,-1 1 0,0 0 0,1 0 0,-1 0 0,0 0 0,0 0 1,1 0-1,-1 0 0,0 0 0,1 0 0,-1 0 0,1 1 0,13 1-100,-14-2 100,5 1-13,-1 1 0,1 0 0,-1 0 0,1 0 1,-1 1-1,0 0 0,0-1 0,0 2 0,0-1 1,-1 0-1,1 1 0,3 4 0,2 1-14,104 111-82,56 54 241,-129-137-94,1-2 0,68 44 0,-94-70-17,0 0-1,1-1 1,0-1 0,0 0-1,1-1 1,0-1 0,0-1-1,0 0 1,1-1 0,-1-1-1,30 0 1,-46-2-9,0 0-1,0 0 1,0 0 0,1 0-1,-1-1 1,0 1-1,0 0 1,0-1 0,0 1-1,0-1 1,1 1 0,-1-1-1,0 1 1,0-1-1,0 0 1,-1 0 0,1 1-1,0-1 1,0 0 0,0 0-1,0 0 1,-1 0 0,1 0-1,0 0 1,-1 0-1,1 0 1,-1 0 0,1-1-1,-1 1 1,0 0 0,0 0-1,1-2 1,0-4-6,0-1 1,-1 0 0,0 0-1,0-9 1,-1 2 24,1-15 46,1 11-50,-1 0 1,0 0-1,-2 0 0,-6-29 0,7 43-21,-1 0 0,1 0 0,-1 1-1,0-1 1,0 1 0,-1 0-1,1 0 1,-1 0 0,0 0-1,0 0 1,0 0 0,-1 1 0,1-1-1,-1 1 1,0 0 0,0 0-1,0 0 1,0 1 0,0 0 0,-1-1-1,1 2 1,-1-1 0,-5-1-1,5 1-12,0 1 0,0 0 0,0 0 0,0 0 0,-1 1 0,1 0-1,0 0 1,0 0 0,-1 0 0,1 1 0,0 0 0,0 0 0,0 1-1,0-1 1,0 1 0,0 0 0,0 0 0,1 1 0,-1 0 0,1-1-1,-1 1 1,1 1 0,0-1 0,0 1 0,-3 3 0,-64 80 65,63-75-48,0 0 1,0 0 0,2 1 0,0 0-1,-9 25 1,15-36-17,-5 26-797,4-27 762,1 0-1,0 0 0,0-1 1,0 1-1,0 0 0,0 0 1,1 0-1,-1-1 1,0 1-1,0 0 0,0 0 1,1-1-1,-1 1 0,0 0 1,1-1-1,-1 1 1,0 0-1,1-1 0,-1 1 1,1 0-1,-1-1 0,1 1 1,0-1-1,-1 1 0,1-1 1,0 1-1,-1-1 1,1 0-1,0 1 0,-1-1 1,1 0-1,0 1 0,-1-1 1,3 0-1,37 1-2397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6T07:34:41.5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6342,'0'0'1569,"69"30"-2209,7-11 640,6 1-160,5-11-1121,-11 4-1154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6T07:34:42.0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407 63 7655,'0'0'353,"-8"8"-492,-20 19 172,-1 2-39,-63 49 0,82-71-45,-1 0 0,0 0 1,0-1-1,0-1 0,-1 1 1,0-2-1,0 0 0,0 0 1,0-1-1,-1-1 0,-12 1 1,18-2-1,1-1 0,0 0 0,0 0 0,-1-1 0,1 1 0,-10-4 0,14 3 34,0 0 0,0 0 0,-1 0 1,1 0-1,1-1 0,-1 1 0,0-1 0,0 1 0,0-1 0,1 0 0,-1 0 1,1 0-1,-1 0 0,1 0 0,0 0 0,0 0 0,0 0 0,0 0 0,-1-4 1,0-2-9,-1 0 0,2 0 1,-1 0-1,1 0 1,0 0-1,1-13 1,0 18 19,0 1 0,0-1 0,0 1-1,0-1 1,1 0 0,0 1 0,-1-1 0,1 1 0,0 0 0,0-1 0,0 1 0,1 0 0,-1-1 0,0 1 0,1 0 0,-1 0-1,1 0 1,0 0 0,0 0 0,0 1 0,0-1 0,0 1 0,2-2 0,10-3-11,0 2-1,0 0 1,1 0 0,-1 1 0,1 1-1,0 0 1,-1 1 0,1 1-1,0 0 1,0 1 0,-1 1 0,1 0-1,-1 1 1,1 1 0,-1 0-1,0 1 1,0 0 0,-1 1 0,18 10-1,-5 0 2,120 66-41,-129-74 56,0-2-1,0 0 1,0 0-1,1-2 1,0 0-1,0-1 1,21 1 0,-10-3 1,-9 1-5,1-2-1,0 0 1,30-5 0,-47 4 9,0 0 1,-1 0 0,1 0-1,0-1 1,-1 0 0,1 1-1,-1-1 1,1 0 0,-1-1 0,0 1-1,0 0 1,0-1 0,0 0-1,0 0 1,-1 0 0,1 0-1,-1 0 1,0 0 0,0-1 0,0 1-1,0-1 1,-1 1 0,3-8-1,-1-4 24,0 0 0,-1 0-1,0 0 1,-2-27-1,0 38-19,0 1-7,0 0-1,0 0 1,-1 1 0,1-1-1,-1 0 1,1 0 0,-1 1-1,0-1 1,0 0 0,0 1-1,-1-1 1,1 1 0,-1-1-1,1 1 1,-1 0 0,-2-3-1,1 2-3,-1 0 0,1 0-1,-1 1 1,0-1 0,0 1 0,0 0-1,0 0 1,0 0 0,-6-1-1,-5-1-43,-1 1 0,1 0 1,-1 1-1,-29 1 0,36 1-106,1 0 1,0 1 0,0-1 0,0 2 0,-14 3 0,19-4 53,1 0-1,-1 0 1,1 0 0,-1 1 0,1-1-1,0 1 1,-1-1 0,1 1-1,0 0 1,0 0 0,0 0 0,0 0-1,1 0 1,-1 0 0,0 1 0,1-1-1,0 0 1,-1 1 0,0 4 0,0-2-339,1 0 0,0 0 0,1 0 0,-1 0 0,1 8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6T07:34:43.7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1090 176 416,'0'0'3364,"-3"6"-2062,-25 33-1181,-56 60 0,68-80-107,-19 19 18,-1-2 0,-1-1 0,-2-2 1,-2-1-1,0-3 0,-2-1 0,-80 37 0,104-57-30,-2-1 0,1-1-1,-1 0 1,0-2 0,0 0 0,0-2 0,0 0 0,-1-2 0,1 0 0,-24-4 0,36 2 3,0 0 0,0-2-1,0 1 1,0-1 0,1 0 0,0-1 0,0 1-1,0-2 1,0 1 0,1-1 0,0 0 0,0-1-1,0 0 1,-9-13 0,-3-5 17,2 0 0,1-1 0,-16-35 0,10 13-5,-23-71 1,37 94-14,2-1-1,0 1 1,2-1 0,-2-49 0,6 61-4,-1 9 0,1 0 0,0 0 0,1-1 0,-1 1 1,3-8-1,-2 11-1,-1 0 1,1 0 0,0 1-1,0-1 1,0 0 0,0 1-1,1-1 1,-1 1 0,0-1-1,1 1 1,-1 0 0,1 0-1,-1-1 1,1 1 0,0 0-1,-1 0 1,1 1 0,3-2-1,12-4-11,0 1 0,0 1-1,1 1 1,0 0 0,0 1 0,0 1 0,26 2-1,-35-1 4,4 1 1,0 1 0,-1 0-1,1 0 1,0 1 0,-1 1-1,1 0 1,-1 1-1,0 1 1,-1-1 0,13 9-1,16 13-17,51 42 0,118 133 72,-100-92-28,-66-69 14,77 58 0,-98-84-21,2 0 0,-1-1-1,2-2 1,0 0 0,45 14-1,-50-22-4,-1-1 0,0-1 0,0-1 0,1 0 0,21-3 0,7 1 28,-42 1-27,1 0 0,0-1 1,-1 0-1,1 0 0,0 0 1,-1-1-1,0 0 0,1 0 1,-1 0-1,0-1 0,0 0 1,0 0-1,0-1 0,-1 1 0,1-1 1,-1-1-1,0 1 0,7-8 1,-1 1-4,-1 1 1,0-1 0,-1 0-1,0-1 1,-1 0 0,0-1 0,-1 0-1,0 0 1,-1 0 0,-1-1-1,0 0 1,-1 0 0,0 0 0,-1 0-1,-1-1 1,1-21 0,-2 4-2,-1 14 6,0 0 1,0 0-1,-6-28 1,4 40-7,1 0 1,-1 0-1,-1 0 1,1 0-1,-1 0 1,0 0 0,0 1-1,-1-1 1,0 1-1,0 0 1,0 0-1,0 1 1,-9-8-1,3 5 3,1 1-1,-1 0 0,0 0 0,0 1 1,-1 0-1,0 1 0,1 0 0,-1 1 0,-1 0 1,-21-2-1,-8 2 29,-70 3 0,50 1-58,49 0 18,-1 0 0,0 0 0,0 2 0,1-1 0,-1 2-1,1 0 1,0 0 0,0 1 0,0 0 0,-10 8 0,-13 9-66,-56 46 0,75-54 21,-52 45-408,2 4-1094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6T07:34:47.0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 4 128,'0'0'854,"-8"-3"-1307,2 3-76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6T07:34:47.4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202 224 288,'-86'-3'257,"83"3"-246,1 1 1,-1-1 0,1 1 0,-1 0-1,1 0 1,-1 0 0,1 0 0,0 0 0,0 0-1,-1 1 1,1-1 0,0 1 0,0 0-1,0-1 1,1 1 0,-1 0 0,0 0 0,1 0-1,-3 4 1,-3 4 38,1 1-1,-8 20 1,5-9 56,2 1-1,1-1 1,0 1 0,-4 42-1,4 96 72,6-157-180,0-1 0,1 1 0,-1-1 1,1 0-1,-1 1 0,1-1 0,0 1 1,0-1-1,0 0 0,1 0 0,-1 0 1,1 0-1,0 0 0,0 0 0,0 0 1,3 3-1,-1-3 8,0 1 0,0-1 1,0 0-1,0-1 0,1 1 0,-1-1 0,1 0 0,-1 0 1,1 0-1,6 1 0,6 0 20,1 0 0,0-1 0,1-1 0,-1-1 0,22-2 0,-29 0-17,-1 0 0,0 0 0,-1-1 0,1 0 0,0-1 0,-1 0 0,0 0 0,0-1 0,0-1 0,-1 1 0,16-14 0,4-6 40,46-53 0,-61 63-52,0-1 1,-1-1-1,0 0 1,12-25 0,-19 30-3,0-1 1,0 0 0,-1 0 0,-1 0 0,0 0-1,-1-1 1,1-21 0,-2 12-14,1-8-16,-4-32-1,1 54 36,0 1 0,0-1 0,-1 0 0,0 1 0,-1-1 0,0 1 0,0 0-1,-6-10 1,3 8 8,0 1-1,0 0 0,-1 0 0,0 1 0,-1 0 1,1 0-1,-2 0 0,-11-8 0,13 12-5,-1 0 0,1 0-1,-1 1 1,1 0 0,-1 0-1,0 1 1,0 0 0,0 0 0,-1 1-1,1 0 1,-14 0 0,-30 1-18,52 0 8,-1 0 1,0 0 0,0 0-1,0 0 1,1 1 0,-1-1-1,0 0 1,0 0-1,1 0 1,-1 1 0,0-1-1,0 1 1,1-1 0,-1 0-1,0 1 1,1-1-1,-1 1 1,1-1 0,-1 1-1,0 0 1,1-1 0,-1 1-1,1 0 1,0-1-1,-1 1 1,1 0 0,0-1-1,-1 1 1,1 0 0,0 0-1,0-1 1,-1 1-1,1 0 1,0 0 0,0 0-1,0-1 1,0 1 0,0 0-1,0 1 1,0 0-45,-1 29-898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6T07:34:49.3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98 320,'0'0'2728,"6"0"-2594,12 0-125,44 1 26,1-2 0,-1-4 0,93-18 0,-38-8-382,5-7-1388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6T07:34:50.3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131 16 1441,'0'0'1895,"-10"-3"-1505,-28-7-192,36 9-183,1 1 0,-1-1 0,1 1 1,-1 0-1,1-1 0,-1 1 0,1 0 1,-1 0-1,1 0 0,-1 1 0,1-1 1,-1 0-1,1 0 0,-1 1 0,1-1 0,-1 1 1,1 0-1,-1-1 0,1 1 0,0 0 1,-1 0-1,1-1 0,0 1 0,0 0 1,-2 2-1,1 0-10,-1 1 0,1-1 0,0 1 0,0-1 0,0 1 0,-2 7 0,0-3 23,0 4-13,0-1 1,0 1-1,1 0 0,1 0 1,-3 24-1,4 64 20,2-56-82,0-39 47,-1-1-1,1 1 1,0-1 0,0 1-1,0-1 1,1 0 0,-1 1-1,1-1 1,0 0 0,0 0-1,1 0 1,-1-1 0,1 1-1,0-1 1,0 1 0,0-1-1,1 0 1,-1 0 0,1 0-1,-1 0 1,1-1 0,0 0-1,4 3 1,2 0-6,0-1-1,1 1 1,0-2 0,0 1 0,0-1 0,0-1-1,0 0 1,16 0 0,-23-1 9,15-1-77,30-2 0,-43 2 44,0-1-1,0-1 1,0 1 0,-1-1-1,1 0 1,0 0 0,-1-1-1,0 1 1,7-5-1,-4 1 11,0 0-1,0-1 1,-1 0 0,0 0-1,0 0 1,-1-1-1,0 0 1,-1 0-1,1-1 1,-1 1-1,-1-1 1,0 0-1,0-1 1,-1 1-1,0-1 1,0 1 0,-1-1-1,-1 0 1,1 0-1,-2 0 1,1 0-1,-1 0 1,-3-19-1,2 24 16,-1 0-1,1 0 0,-1 1 1,1-1-1,-1 0 0,-1 1 1,1 0-1,-1-1 1,0 1-1,0 0 0,0 0 1,0 0-1,-1 1 0,1-1 1,-1 1-1,0 0 0,0 0 1,0 0-1,-1 1 1,1-1-1,-1 1 0,1 0 1,-1 0-1,-5-1 0,-8-2-202,1 1-1,-1 0 0,1 1 0,-1 1 1,-28 1-1,-22 1-928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61855AD0-061B-47A5-9F50-793E24CB41E3}" type="datetimeFigureOut">
              <a:rPr lang="en-US" smtClean="0"/>
              <a:pPr/>
              <a:t>10/6/2021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4270F44C-E48B-443A-A91B-1CC7666ACA6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21358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70F44C-E48B-443A-A91B-1CC7666ACA62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70F44C-E48B-443A-A91B-1CC7666ACA62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9572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8168F-AC1E-46D9-907D-FDD8982A246F}" type="datetime1">
              <a:rPr lang="en-US" smtClean="0"/>
              <a:t>10/6/2021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Giải Tích 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BC8F7-8754-4677-BF28-FC8A0868B58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74638"/>
            <a:ext cx="8686800" cy="715962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none"/>
        </p:style>
        <p:txBody>
          <a:bodyPr>
            <a:normAutofit/>
          </a:bodyPr>
          <a:lstStyle>
            <a:lvl1pPr algn="l">
              <a:defRPr sz="3200" b="0"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19200"/>
            <a:ext cx="8686800" cy="5029200"/>
          </a:xfrm>
        </p:spPr>
        <p:txBody>
          <a:bodyPr>
            <a:normAutofit/>
          </a:bodyPr>
          <a:lstStyle>
            <a:lvl1pPr>
              <a:buNone/>
              <a:defRPr sz="2400">
                <a:latin typeface="Times New Roman" pitchFamily="18" charset="0"/>
                <a:cs typeface="Times New Roman" pitchFamily="18" charset="0"/>
              </a:defRPr>
            </a:lvl1pPr>
            <a:lvl2pPr>
              <a:defRPr sz="2400">
                <a:latin typeface="Times New Roman" pitchFamily="18" charset="0"/>
                <a:cs typeface="Times New Roman" pitchFamily="18" charset="0"/>
              </a:defRPr>
            </a:lvl2pPr>
            <a:lvl3pPr>
              <a:defRPr sz="2400">
                <a:latin typeface="Times New Roman" pitchFamily="18" charset="0"/>
                <a:cs typeface="Times New Roman" pitchFamily="18" charset="0"/>
              </a:defRPr>
            </a:lvl3pPr>
            <a:lvl4pPr>
              <a:defRPr sz="2400">
                <a:latin typeface="Times New Roman" pitchFamily="18" charset="0"/>
                <a:cs typeface="Times New Roman" pitchFamily="18" charset="0"/>
              </a:defRPr>
            </a:lvl4pPr>
            <a:lvl5pPr>
              <a:defRPr sz="2400">
                <a:latin typeface="Times New Roman" pitchFamily="18" charset="0"/>
                <a:cs typeface="Times New Roman" pitchFamily="18" charset="0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04800" y="6356350"/>
            <a:ext cx="2286000" cy="365125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fld id="{EA88DCE5-3A04-4675-88E4-41717DB3DBD3}" type="datetime1">
              <a:rPr lang="en-US" smtClean="0"/>
              <a:t>10/6/2021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8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en-US"/>
              <a:t>Giải Tích 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590800" cy="365125"/>
          </a:xfrm>
        </p:spPr>
        <p:txBody>
          <a:bodyPr/>
          <a:lstStyle>
            <a:lvl1pPr>
              <a:defRPr sz="18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0ED9E-8E21-40DF-A958-72F9D372023D}" type="datetime1">
              <a:rPr lang="en-US" smtClean="0"/>
              <a:t>10/6/2021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Giải Tích 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BC8F7-8754-4677-BF28-FC8A0868B58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90F0F-48CA-456A-BB39-9F133FA2024F}" type="datetime1">
              <a:rPr lang="en-US" smtClean="0"/>
              <a:t>10/6/2021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Giải Tích 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BC8F7-8754-4677-BF28-FC8A0868B58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4CD85-663D-4059-BBD9-B787BDBB09EC}" type="datetime1">
              <a:rPr lang="en-US" smtClean="0"/>
              <a:t>10/6/2021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Giải Tích I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BC8F7-8754-4677-BF28-FC8A0868B58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1D666-4E2A-4623-B9F8-7A1225DD5A1C}" type="datetime1">
              <a:rPr lang="en-US" smtClean="0"/>
              <a:t>10/6/2021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Giải Tích 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BC8F7-8754-4677-BF28-FC8A0868B58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5050D-5DA3-449E-95A1-85082514501A}" type="datetime1">
              <a:rPr lang="en-US" smtClean="0"/>
              <a:t>10/6/2021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Giải Tích 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BC8F7-8754-4677-BF28-FC8A0868B58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EF071-B2F2-4924-8E7A-B90B50C0A655}" type="datetime1">
              <a:rPr lang="en-US" smtClean="0"/>
              <a:t>10/6/2021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Giải Tích 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BC8F7-8754-4677-BF28-FC8A0868B58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E7ED2-FB95-4438-9C8F-13E51455EBF3}" type="datetime1">
              <a:rPr lang="en-US" smtClean="0"/>
              <a:t>10/6/2021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Giải Tích 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BC8F7-8754-4677-BF28-FC8A0868B58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DC34C-169C-4289-9454-6B74B9E9E4CC}" type="datetime1">
              <a:rPr lang="en-US" smtClean="0"/>
              <a:t>10/6/2021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Giải Tích 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BC8F7-8754-4677-BF28-FC8A0868B58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51950-1A88-4D3B-9596-0C9064DF482B}" type="datetime1">
              <a:rPr lang="en-US" smtClean="0"/>
              <a:t>10/6/2021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Giải Tích 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BC8F7-8754-4677-BF28-FC8A0868B58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85573D-A628-4E95-B886-C8EDE576EBF0}" type="datetime1">
              <a:rPr lang="en-US" smtClean="0"/>
              <a:t>10/6/2021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Giải Tích 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6BC8F7-8754-4677-BF28-FC8A0868B58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oleObject" Target="../embeddings/oleObject1.bin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6.wmf"/><Relationship Id="rId11" Type="http://schemas.openxmlformats.org/officeDocument/2006/relationships/image" Target="../media/image9.png"/><Relationship Id="rId5" Type="http://schemas.openxmlformats.org/officeDocument/2006/relationships/oleObject" Target="../embeddings/oleObject2.bin"/><Relationship Id="rId10" Type="http://schemas.openxmlformats.org/officeDocument/2006/relationships/customXml" Target="../ink/ink1.xml"/><Relationship Id="rId4" Type="http://schemas.openxmlformats.org/officeDocument/2006/relationships/image" Target="../media/image5.wmf"/><Relationship Id="rId9" Type="http://schemas.openxmlformats.org/officeDocument/2006/relationships/image" Target="../media/image7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13" Type="http://schemas.openxmlformats.org/officeDocument/2006/relationships/oleObject" Target="../embeddings/oleObject9.bin"/><Relationship Id="rId18" Type="http://schemas.openxmlformats.org/officeDocument/2006/relationships/image" Target="../media/image17.png"/><Relationship Id="rId26" Type="http://schemas.openxmlformats.org/officeDocument/2006/relationships/image" Target="../media/image21.png"/><Relationship Id="rId3" Type="http://schemas.openxmlformats.org/officeDocument/2006/relationships/oleObject" Target="../embeddings/oleObject4.bin"/><Relationship Id="rId21" Type="http://schemas.openxmlformats.org/officeDocument/2006/relationships/customXml" Target="../ink/ink5.xml"/><Relationship Id="rId7" Type="http://schemas.openxmlformats.org/officeDocument/2006/relationships/oleObject" Target="../embeddings/oleObject6.bin"/><Relationship Id="rId12" Type="http://schemas.openxmlformats.org/officeDocument/2006/relationships/image" Target="../media/image14.wmf"/><Relationship Id="rId17" Type="http://schemas.openxmlformats.org/officeDocument/2006/relationships/customXml" Target="../ink/ink3.xml"/><Relationship Id="rId25" Type="http://schemas.openxmlformats.org/officeDocument/2006/relationships/customXml" Target="../ink/ink7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6.png"/><Relationship Id="rId20" Type="http://schemas.openxmlformats.org/officeDocument/2006/relationships/image" Target="../media/image18.png"/><Relationship Id="rId1" Type="http://schemas.openxmlformats.org/officeDocument/2006/relationships/vmlDrawing" Target="../drawings/vmlDrawing2.vml"/><Relationship Id="rId6" Type="http://schemas.openxmlformats.org/officeDocument/2006/relationships/image" Target="../media/image11.wmf"/><Relationship Id="rId11" Type="http://schemas.openxmlformats.org/officeDocument/2006/relationships/oleObject" Target="../embeddings/oleObject8.bin"/><Relationship Id="rId24" Type="http://schemas.openxmlformats.org/officeDocument/2006/relationships/image" Target="../media/image20.png"/><Relationship Id="rId5" Type="http://schemas.openxmlformats.org/officeDocument/2006/relationships/oleObject" Target="../embeddings/oleObject5.bin"/><Relationship Id="rId15" Type="http://schemas.openxmlformats.org/officeDocument/2006/relationships/customXml" Target="../ink/ink2.xml"/><Relationship Id="rId23" Type="http://schemas.openxmlformats.org/officeDocument/2006/relationships/customXml" Target="../ink/ink6.xml"/><Relationship Id="rId10" Type="http://schemas.openxmlformats.org/officeDocument/2006/relationships/image" Target="../media/image13.wmf"/><Relationship Id="rId19" Type="http://schemas.openxmlformats.org/officeDocument/2006/relationships/customXml" Target="../ink/ink4.xml"/><Relationship Id="rId4" Type="http://schemas.openxmlformats.org/officeDocument/2006/relationships/image" Target="../media/image10.wmf"/><Relationship Id="rId9" Type="http://schemas.openxmlformats.org/officeDocument/2006/relationships/oleObject" Target="../embeddings/oleObject7.bin"/><Relationship Id="rId14" Type="http://schemas.openxmlformats.org/officeDocument/2006/relationships/image" Target="../media/image15.wmf"/><Relationship Id="rId22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5.xml"/><Relationship Id="rId21" Type="http://schemas.openxmlformats.org/officeDocument/2006/relationships/image" Target="../media/image21.png"/><Relationship Id="rId42" Type="http://schemas.openxmlformats.org/officeDocument/2006/relationships/customXml" Target="../ink/ink23.xml"/><Relationship Id="rId47" Type="http://schemas.openxmlformats.org/officeDocument/2006/relationships/image" Target="../media/image41.png"/><Relationship Id="rId63" Type="http://schemas.openxmlformats.org/officeDocument/2006/relationships/customXml" Target="../ink/ink34.xml"/><Relationship Id="rId68" Type="http://schemas.openxmlformats.org/officeDocument/2006/relationships/image" Target="../media/image51.png"/><Relationship Id="rId84" Type="http://schemas.openxmlformats.org/officeDocument/2006/relationships/image" Target="../media/image59.png"/><Relationship Id="rId89" Type="http://schemas.openxmlformats.org/officeDocument/2006/relationships/customXml" Target="../ink/ink47.xml"/><Relationship Id="rId16" Type="http://schemas.openxmlformats.org/officeDocument/2006/relationships/customXml" Target="../ink/ink10.xml"/><Relationship Id="rId11" Type="http://schemas.openxmlformats.org/officeDocument/2006/relationships/image" Target="../media/image25.wmf"/><Relationship Id="rId32" Type="http://schemas.openxmlformats.org/officeDocument/2006/relationships/customXml" Target="../ink/ink18.xml"/><Relationship Id="rId37" Type="http://schemas.openxmlformats.org/officeDocument/2006/relationships/image" Target="../media/image36.png"/><Relationship Id="rId53" Type="http://schemas.openxmlformats.org/officeDocument/2006/relationships/customXml" Target="../ink/ink29.xml"/><Relationship Id="rId58" Type="http://schemas.openxmlformats.org/officeDocument/2006/relationships/image" Target="../media/image46.png"/><Relationship Id="rId74" Type="http://schemas.openxmlformats.org/officeDocument/2006/relationships/image" Target="../media/image54.png"/><Relationship Id="rId79" Type="http://schemas.openxmlformats.org/officeDocument/2006/relationships/customXml" Target="../ink/ink42.xml"/><Relationship Id="rId5" Type="http://schemas.openxmlformats.org/officeDocument/2006/relationships/image" Target="../media/image22.wmf"/><Relationship Id="rId90" Type="http://schemas.openxmlformats.org/officeDocument/2006/relationships/image" Target="../media/image62.png"/><Relationship Id="rId95" Type="http://schemas.openxmlformats.org/officeDocument/2006/relationships/image" Target="../media/image64.png"/><Relationship Id="rId22" Type="http://schemas.openxmlformats.org/officeDocument/2006/relationships/customXml" Target="../ink/ink13.xml"/><Relationship Id="rId27" Type="http://schemas.openxmlformats.org/officeDocument/2006/relationships/image" Target="../media/image31.png"/><Relationship Id="rId43" Type="http://schemas.openxmlformats.org/officeDocument/2006/relationships/image" Target="../media/image39.png"/><Relationship Id="rId48" Type="http://schemas.openxmlformats.org/officeDocument/2006/relationships/customXml" Target="../ink/ink26.xml"/><Relationship Id="rId64" Type="http://schemas.openxmlformats.org/officeDocument/2006/relationships/image" Target="../media/image49.png"/><Relationship Id="rId69" Type="http://schemas.openxmlformats.org/officeDocument/2006/relationships/customXml" Target="../ink/ink37.xml"/><Relationship Id="rId8" Type="http://schemas.openxmlformats.org/officeDocument/2006/relationships/oleObject" Target="../embeddings/oleObject12.bin"/><Relationship Id="rId51" Type="http://schemas.openxmlformats.org/officeDocument/2006/relationships/customXml" Target="../ink/ink28.xml"/><Relationship Id="rId72" Type="http://schemas.openxmlformats.org/officeDocument/2006/relationships/image" Target="../media/image53.png"/><Relationship Id="rId80" Type="http://schemas.openxmlformats.org/officeDocument/2006/relationships/image" Target="../media/image57.png"/><Relationship Id="rId85" Type="http://schemas.openxmlformats.org/officeDocument/2006/relationships/customXml" Target="../ink/ink45.xml"/><Relationship Id="rId93" Type="http://schemas.openxmlformats.org/officeDocument/2006/relationships/customXml" Target="../ink/ink49.xml"/><Relationship Id="rId3" Type="http://schemas.openxmlformats.org/officeDocument/2006/relationships/image" Target="../media/image192.png"/><Relationship Id="rId12" Type="http://schemas.openxmlformats.org/officeDocument/2006/relationships/customXml" Target="../ink/ink8.xml"/><Relationship Id="rId17" Type="http://schemas.openxmlformats.org/officeDocument/2006/relationships/image" Target="../media/image28.png"/><Relationship Id="rId25" Type="http://schemas.openxmlformats.org/officeDocument/2006/relationships/image" Target="../media/image30.png"/><Relationship Id="rId33" Type="http://schemas.openxmlformats.org/officeDocument/2006/relationships/image" Target="../media/image34.png"/><Relationship Id="rId38" Type="http://schemas.openxmlformats.org/officeDocument/2006/relationships/customXml" Target="../ink/ink21.xml"/><Relationship Id="rId46" Type="http://schemas.openxmlformats.org/officeDocument/2006/relationships/customXml" Target="../ink/ink25.xml"/><Relationship Id="rId59" Type="http://schemas.openxmlformats.org/officeDocument/2006/relationships/customXml" Target="../ink/ink32.xml"/><Relationship Id="rId67" Type="http://schemas.openxmlformats.org/officeDocument/2006/relationships/customXml" Target="../ink/ink36.xml"/><Relationship Id="rId20" Type="http://schemas.openxmlformats.org/officeDocument/2006/relationships/customXml" Target="../ink/ink12.xml"/><Relationship Id="rId41" Type="http://schemas.openxmlformats.org/officeDocument/2006/relationships/image" Target="../media/image38.png"/><Relationship Id="rId54" Type="http://schemas.openxmlformats.org/officeDocument/2006/relationships/image" Target="../media/image44.png"/><Relationship Id="rId62" Type="http://schemas.openxmlformats.org/officeDocument/2006/relationships/image" Target="../media/image48.png"/><Relationship Id="rId70" Type="http://schemas.openxmlformats.org/officeDocument/2006/relationships/image" Target="../media/image52.png"/><Relationship Id="rId75" Type="http://schemas.openxmlformats.org/officeDocument/2006/relationships/customXml" Target="../ink/ink40.xml"/><Relationship Id="rId83" Type="http://schemas.openxmlformats.org/officeDocument/2006/relationships/customXml" Target="../ink/ink44.xml"/><Relationship Id="rId88" Type="http://schemas.openxmlformats.org/officeDocument/2006/relationships/image" Target="../media/image61.png"/><Relationship Id="rId91" Type="http://schemas.openxmlformats.org/officeDocument/2006/relationships/customXml" Target="../ink/ink48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11.bin"/><Relationship Id="rId15" Type="http://schemas.openxmlformats.org/officeDocument/2006/relationships/image" Target="../media/image27.png"/><Relationship Id="rId23" Type="http://schemas.openxmlformats.org/officeDocument/2006/relationships/image" Target="../media/image29.png"/><Relationship Id="rId28" Type="http://schemas.openxmlformats.org/officeDocument/2006/relationships/customXml" Target="../ink/ink16.xml"/><Relationship Id="rId36" Type="http://schemas.openxmlformats.org/officeDocument/2006/relationships/customXml" Target="../ink/ink20.xml"/><Relationship Id="rId49" Type="http://schemas.openxmlformats.org/officeDocument/2006/relationships/image" Target="../media/image42.png"/><Relationship Id="rId57" Type="http://schemas.openxmlformats.org/officeDocument/2006/relationships/customXml" Target="../ink/ink31.xml"/><Relationship Id="rId10" Type="http://schemas.openxmlformats.org/officeDocument/2006/relationships/oleObject" Target="../embeddings/oleObject13.bin"/><Relationship Id="rId31" Type="http://schemas.openxmlformats.org/officeDocument/2006/relationships/image" Target="../media/image33.png"/><Relationship Id="rId44" Type="http://schemas.openxmlformats.org/officeDocument/2006/relationships/customXml" Target="../ink/ink24.xml"/><Relationship Id="rId52" Type="http://schemas.openxmlformats.org/officeDocument/2006/relationships/image" Target="../media/image43.png"/><Relationship Id="rId60" Type="http://schemas.openxmlformats.org/officeDocument/2006/relationships/image" Target="../media/image47.png"/><Relationship Id="rId65" Type="http://schemas.openxmlformats.org/officeDocument/2006/relationships/customXml" Target="../ink/ink35.xml"/><Relationship Id="rId73" Type="http://schemas.openxmlformats.org/officeDocument/2006/relationships/customXml" Target="../ink/ink39.xml"/><Relationship Id="rId78" Type="http://schemas.openxmlformats.org/officeDocument/2006/relationships/image" Target="../media/image56.png"/><Relationship Id="rId81" Type="http://schemas.openxmlformats.org/officeDocument/2006/relationships/customXml" Target="../ink/ink43.xml"/><Relationship Id="rId86" Type="http://schemas.openxmlformats.org/officeDocument/2006/relationships/image" Target="../media/image60.png"/><Relationship Id="rId94" Type="http://schemas.openxmlformats.org/officeDocument/2006/relationships/customXml" Target="../ink/ink50.xml"/><Relationship Id="rId4" Type="http://schemas.openxmlformats.org/officeDocument/2006/relationships/oleObject" Target="../embeddings/oleObject10.bin"/><Relationship Id="rId9" Type="http://schemas.openxmlformats.org/officeDocument/2006/relationships/image" Target="../media/image24.wmf"/><Relationship Id="rId13" Type="http://schemas.openxmlformats.org/officeDocument/2006/relationships/image" Target="../media/image26.png"/><Relationship Id="rId18" Type="http://schemas.openxmlformats.org/officeDocument/2006/relationships/customXml" Target="../ink/ink11.xml"/><Relationship Id="rId39" Type="http://schemas.openxmlformats.org/officeDocument/2006/relationships/image" Target="../media/image37.png"/><Relationship Id="rId34" Type="http://schemas.openxmlformats.org/officeDocument/2006/relationships/customXml" Target="../ink/ink19.xml"/><Relationship Id="rId50" Type="http://schemas.openxmlformats.org/officeDocument/2006/relationships/customXml" Target="../ink/ink27.xml"/><Relationship Id="rId55" Type="http://schemas.openxmlformats.org/officeDocument/2006/relationships/customXml" Target="../ink/ink30.xml"/><Relationship Id="rId76" Type="http://schemas.openxmlformats.org/officeDocument/2006/relationships/image" Target="../media/image55.png"/><Relationship Id="rId7" Type="http://schemas.openxmlformats.org/officeDocument/2006/relationships/image" Target="../media/image23.wmf"/><Relationship Id="rId71" Type="http://schemas.openxmlformats.org/officeDocument/2006/relationships/customXml" Target="../ink/ink38.xml"/><Relationship Id="rId92" Type="http://schemas.openxmlformats.org/officeDocument/2006/relationships/image" Target="../media/image63.png"/><Relationship Id="rId2" Type="http://schemas.openxmlformats.org/officeDocument/2006/relationships/slideLayout" Target="../slideLayouts/slideLayout2.xml"/><Relationship Id="rId29" Type="http://schemas.openxmlformats.org/officeDocument/2006/relationships/image" Target="../media/image32.png"/><Relationship Id="rId24" Type="http://schemas.openxmlformats.org/officeDocument/2006/relationships/customXml" Target="../ink/ink14.xml"/><Relationship Id="rId40" Type="http://schemas.openxmlformats.org/officeDocument/2006/relationships/customXml" Target="../ink/ink22.xml"/><Relationship Id="rId45" Type="http://schemas.openxmlformats.org/officeDocument/2006/relationships/image" Target="../media/image40.png"/><Relationship Id="rId66" Type="http://schemas.openxmlformats.org/officeDocument/2006/relationships/image" Target="../media/image50.png"/><Relationship Id="rId87" Type="http://schemas.openxmlformats.org/officeDocument/2006/relationships/customXml" Target="../ink/ink46.xml"/><Relationship Id="rId61" Type="http://schemas.openxmlformats.org/officeDocument/2006/relationships/customXml" Target="../ink/ink33.xml"/><Relationship Id="rId82" Type="http://schemas.openxmlformats.org/officeDocument/2006/relationships/image" Target="../media/image58.png"/><Relationship Id="rId19" Type="http://schemas.openxmlformats.org/officeDocument/2006/relationships/image" Target="../media/image20.png"/><Relationship Id="rId14" Type="http://schemas.openxmlformats.org/officeDocument/2006/relationships/customXml" Target="../ink/ink9.xml"/><Relationship Id="rId30" Type="http://schemas.openxmlformats.org/officeDocument/2006/relationships/customXml" Target="../ink/ink17.xml"/><Relationship Id="rId35" Type="http://schemas.openxmlformats.org/officeDocument/2006/relationships/image" Target="../media/image35.png"/><Relationship Id="rId56" Type="http://schemas.openxmlformats.org/officeDocument/2006/relationships/image" Target="../media/image45.png"/><Relationship Id="rId77" Type="http://schemas.openxmlformats.org/officeDocument/2006/relationships/customXml" Target="../ink/ink41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0.png"/><Relationship Id="rId18" Type="http://schemas.openxmlformats.org/officeDocument/2006/relationships/customXml" Target="../ink/ink56.xml"/><Relationship Id="rId26" Type="http://schemas.openxmlformats.org/officeDocument/2006/relationships/customXml" Target="../ink/ink60.xml"/><Relationship Id="rId39" Type="http://schemas.openxmlformats.org/officeDocument/2006/relationships/image" Target="../media/image83.png"/><Relationship Id="rId21" Type="http://schemas.openxmlformats.org/officeDocument/2006/relationships/image" Target="../media/image74.png"/><Relationship Id="rId34" Type="http://schemas.openxmlformats.org/officeDocument/2006/relationships/customXml" Target="../ink/ink64.xml"/><Relationship Id="rId42" Type="http://schemas.openxmlformats.org/officeDocument/2006/relationships/customXml" Target="../ink/ink68.xml"/><Relationship Id="rId47" Type="http://schemas.openxmlformats.org/officeDocument/2006/relationships/image" Target="../media/image87.png"/><Relationship Id="rId7" Type="http://schemas.openxmlformats.org/officeDocument/2006/relationships/image" Target="../media/image67.png"/><Relationship Id="rId2" Type="http://schemas.openxmlformats.org/officeDocument/2006/relationships/slideLayout" Target="../slideLayouts/slideLayout2.xml"/><Relationship Id="rId16" Type="http://schemas.openxmlformats.org/officeDocument/2006/relationships/customXml" Target="../ink/ink55.xml"/><Relationship Id="rId29" Type="http://schemas.openxmlformats.org/officeDocument/2006/relationships/image" Target="../media/image78.png"/><Relationship Id="rId1" Type="http://schemas.openxmlformats.org/officeDocument/2006/relationships/vmlDrawing" Target="../drawings/vmlDrawing4.vml"/><Relationship Id="rId6" Type="http://schemas.openxmlformats.org/officeDocument/2006/relationships/image" Target="../media/image66.png"/><Relationship Id="rId11" Type="http://schemas.openxmlformats.org/officeDocument/2006/relationships/image" Target="../media/image69.png"/><Relationship Id="rId24" Type="http://schemas.openxmlformats.org/officeDocument/2006/relationships/customXml" Target="../ink/ink59.xml"/><Relationship Id="rId32" Type="http://schemas.openxmlformats.org/officeDocument/2006/relationships/customXml" Target="../ink/ink63.xml"/><Relationship Id="rId37" Type="http://schemas.openxmlformats.org/officeDocument/2006/relationships/image" Target="../media/image82.png"/><Relationship Id="rId40" Type="http://schemas.openxmlformats.org/officeDocument/2006/relationships/customXml" Target="../ink/ink67.xml"/><Relationship Id="rId45" Type="http://schemas.openxmlformats.org/officeDocument/2006/relationships/image" Target="../media/image86.png"/><Relationship Id="rId5" Type="http://schemas.openxmlformats.org/officeDocument/2006/relationships/image" Target="../media/image65.wmf"/><Relationship Id="rId15" Type="http://schemas.openxmlformats.org/officeDocument/2006/relationships/image" Target="../media/image71.png"/><Relationship Id="rId23" Type="http://schemas.openxmlformats.org/officeDocument/2006/relationships/image" Target="../media/image75.png"/><Relationship Id="rId28" Type="http://schemas.openxmlformats.org/officeDocument/2006/relationships/customXml" Target="../ink/ink61.xml"/><Relationship Id="rId36" Type="http://schemas.openxmlformats.org/officeDocument/2006/relationships/customXml" Target="../ink/ink65.xml"/><Relationship Id="rId10" Type="http://schemas.openxmlformats.org/officeDocument/2006/relationships/customXml" Target="../ink/ink52.xml"/><Relationship Id="rId19" Type="http://schemas.openxmlformats.org/officeDocument/2006/relationships/image" Target="../media/image73.png"/><Relationship Id="rId31" Type="http://schemas.openxmlformats.org/officeDocument/2006/relationships/image" Target="../media/image79.png"/><Relationship Id="rId44" Type="http://schemas.openxmlformats.org/officeDocument/2006/relationships/customXml" Target="../ink/ink69.xml"/><Relationship Id="rId4" Type="http://schemas.openxmlformats.org/officeDocument/2006/relationships/oleObject" Target="../embeddings/oleObject14.bin"/><Relationship Id="rId9" Type="http://schemas.openxmlformats.org/officeDocument/2006/relationships/image" Target="../media/image68.png"/><Relationship Id="rId14" Type="http://schemas.openxmlformats.org/officeDocument/2006/relationships/customXml" Target="../ink/ink54.xml"/><Relationship Id="rId22" Type="http://schemas.openxmlformats.org/officeDocument/2006/relationships/customXml" Target="../ink/ink58.xml"/><Relationship Id="rId27" Type="http://schemas.openxmlformats.org/officeDocument/2006/relationships/image" Target="../media/image77.png"/><Relationship Id="rId30" Type="http://schemas.openxmlformats.org/officeDocument/2006/relationships/customXml" Target="../ink/ink62.xml"/><Relationship Id="rId35" Type="http://schemas.openxmlformats.org/officeDocument/2006/relationships/image" Target="../media/image81.png"/><Relationship Id="rId43" Type="http://schemas.openxmlformats.org/officeDocument/2006/relationships/image" Target="../media/image85.png"/><Relationship Id="rId8" Type="http://schemas.openxmlformats.org/officeDocument/2006/relationships/customXml" Target="../ink/ink51.xml"/><Relationship Id="rId3" Type="http://schemas.openxmlformats.org/officeDocument/2006/relationships/image" Target="../media/image200.png"/><Relationship Id="rId12" Type="http://schemas.openxmlformats.org/officeDocument/2006/relationships/customXml" Target="../ink/ink53.xml"/><Relationship Id="rId17" Type="http://schemas.openxmlformats.org/officeDocument/2006/relationships/image" Target="../media/image72.png"/><Relationship Id="rId25" Type="http://schemas.openxmlformats.org/officeDocument/2006/relationships/image" Target="../media/image76.png"/><Relationship Id="rId33" Type="http://schemas.openxmlformats.org/officeDocument/2006/relationships/image" Target="../media/image80.png"/><Relationship Id="rId38" Type="http://schemas.openxmlformats.org/officeDocument/2006/relationships/customXml" Target="../ink/ink66.xml"/><Relationship Id="rId46" Type="http://schemas.openxmlformats.org/officeDocument/2006/relationships/customXml" Target="../ink/ink70.xml"/><Relationship Id="rId20" Type="http://schemas.openxmlformats.org/officeDocument/2006/relationships/customXml" Target="../ink/ink57.xml"/><Relationship Id="rId41" Type="http://schemas.openxmlformats.org/officeDocument/2006/relationships/image" Target="../media/image8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wmf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89.wmf"/><Relationship Id="rId11" Type="http://schemas.openxmlformats.org/officeDocument/2006/relationships/image" Target="../media/image92.png"/><Relationship Id="rId5" Type="http://schemas.openxmlformats.org/officeDocument/2006/relationships/oleObject" Target="../embeddings/oleObject16.bin"/><Relationship Id="rId10" Type="http://schemas.openxmlformats.org/officeDocument/2006/relationships/image" Target="../media/image91.wmf"/><Relationship Id="rId4" Type="http://schemas.openxmlformats.org/officeDocument/2006/relationships/image" Target="../media/image88.wmf"/><Relationship Id="rId9" Type="http://schemas.openxmlformats.org/officeDocument/2006/relationships/oleObject" Target="../embeddings/oleObject18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7" Type="http://schemas.openxmlformats.org/officeDocument/2006/relationships/image" Target="../media/image95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94.wmf"/><Relationship Id="rId5" Type="http://schemas.openxmlformats.org/officeDocument/2006/relationships/oleObject" Target="../embeddings/oleObject20.bin"/><Relationship Id="rId4" Type="http://schemas.openxmlformats.org/officeDocument/2006/relationships/image" Target="../media/image93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7" Type="http://schemas.openxmlformats.org/officeDocument/2006/relationships/image" Target="../media/image98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97.wmf"/><Relationship Id="rId5" Type="http://schemas.openxmlformats.org/officeDocument/2006/relationships/oleObject" Target="../embeddings/oleObject22.bin"/><Relationship Id="rId4" Type="http://schemas.openxmlformats.org/officeDocument/2006/relationships/image" Target="../media/image96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wmf"/><Relationship Id="rId13" Type="http://schemas.openxmlformats.org/officeDocument/2006/relationships/oleObject" Target="../embeddings/oleObject28.bin"/><Relationship Id="rId3" Type="http://schemas.openxmlformats.org/officeDocument/2006/relationships/oleObject" Target="../embeddings/oleObject23.bin"/><Relationship Id="rId7" Type="http://schemas.openxmlformats.org/officeDocument/2006/relationships/oleObject" Target="../embeddings/oleObject25.bin"/><Relationship Id="rId12" Type="http://schemas.openxmlformats.org/officeDocument/2006/relationships/image" Target="../media/image10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00.wmf"/><Relationship Id="rId11" Type="http://schemas.openxmlformats.org/officeDocument/2006/relationships/oleObject" Target="../embeddings/oleObject27.bin"/><Relationship Id="rId5" Type="http://schemas.openxmlformats.org/officeDocument/2006/relationships/oleObject" Target="../embeddings/oleObject24.bin"/><Relationship Id="rId10" Type="http://schemas.openxmlformats.org/officeDocument/2006/relationships/image" Target="../media/image102.wmf"/><Relationship Id="rId4" Type="http://schemas.openxmlformats.org/officeDocument/2006/relationships/image" Target="../media/image99.wmf"/><Relationship Id="rId9" Type="http://schemas.openxmlformats.org/officeDocument/2006/relationships/oleObject" Target="../embeddings/oleObject26.bin"/><Relationship Id="rId14" Type="http://schemas.openxmlformats.org/officeDocument/2006/relationships/image" Target="../media/image104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7" Type="http://schemas.openxmlformats.org/officeDocument/2006/relationships/image" Target="../media/image10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30.bin"/><Relationship Id="rId5" Type="http://schemas.openxmlformats.org/officeDocument/2006/relationships/image" Target="../media/image105.wmf"/><Relationship Id="rId4" Type="http://schemas.openxmlformats.org/officeDocument/2006/relationships/oleObject" Target="../embeddings/oleObject29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wmf"/><Relationship Id="rId3" Type="http://schemas.openxmlformats.org/officeDocument/2006/relationships/oleObject" Target="../embeddings/oleObject31.bin"/><Relationship Id="rId7" Type="http://schemas.openxmlformats.org/officeDocument/2006/relationships/oleObject" Target="../embeddings/oleObject33.bin"/><Relationship Id="rId12" Type="http://schemas.openxmlformats.org/officeDocument/2006/relationships/image" Target="../media/image11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109.wmf"/><Relationship Id="rId11" Type="http://schemas.openxmlformats.org/officeDocument/2006/relationships/oleObject" Target="../embeddings/oleObject35.bin"/><Relationship Id="rId5" Type="http://schemas.openxmlformats.org/officeDocument/2006/relationships/oleObject" Target="../embeddings/oleObject32.bin"/><Relationship Id="rId10" Type="http://schemas.openxmlformats.org/officeDocument/2006/relationships/image" Target="../media/image111.wmf"/><Relationship Id="rId4" Type="http://schemas.openxmlformats.org/officeDocument/2006/relationships/image" Target="../media/image108.wmf"/><Relationship Id="rId9" Type="http://schemas.openxmlformats.org/officeDocument/2006/relationships/oleObject" Target="../embeddings/oleObject34.bin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7" Type="http://schemas.openxmlformats.org/officeDocument/2006/relationships/image" Target="../media/image11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37.bin"/><Relationship Id="rId5" Type="http://schemas.openxmlformats.org/officeDocument/2006/relationships/image" Target="../media/image113.wmf"/><Relationship Id="rId4" Type="http://schemas.openxmlformats.org/officeDocument/2006/relationships/oleObject" Target="../embeddings/oleObject36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0.bin"/><Relationship Id="rId3" Type="http://schemas.openxmlformats.org/officeDocument/2006/relationships/oleObject" Target="../embeddings/oleObject38.bin"/><Relationship Id="rId7" Type="http://schemas.openxmlformats.org/officeDocument/2006/relationships/image" Target="../media/image119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117.wmf"/><Relationship Id="rId5" Type="http://schemas.openxmlformats.org/officeDocument/2006/relationships/oleObject" Target="../embeddings/oleObject39.bin"/><Relationship Id="rId4" Type="http://schemas.openxmlformats.org/officeDocument/2006/relationships/image" Target="../media/image116.wmf"/><Relationship Id="rId9" Type="http://schemas.openxmlformats.org/officeDocument/2006/relationships/image" Target="../media/image118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wmf"/><Relationship Id="rId3" Type="http://schemas.openxmlformats.org/officeDocument/2006/relationships/oleObject" Target="../embeddings/oleObject41.bin"/><Relationship Id="rId7" Type="http://schemas.openxmlformats.org/officeDocument/2006/relationships/oleObject" Target="../embeddings/oleObject4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21.wmf"/><Relationship Id="rId5" Type="http://schemas.openxmlformats.org/officeDocument/2006/relationships/oleObject" Target="../embeddings/oleObject42.bin"/><Relationship Id="rId4" Type="http://schemas.openxmlformats.org/officeDocument/2006/relationships/image" Target="../media/image120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23.wmf"/><Relationship Id="rId5" Type="http://schemas.openxmlformats.org/officeDocument/2006/relationships/oleObject" Target="../embeddings/oleObject45.bin"/><Relationship Id="rId4" Type="http://schemas.openxmlformats.org/officeDocument/2006/relationships/image" Target="../media/image122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wmf"/><Relationship Id="rId3" Type="http://schemas.openxmlformats.org/officeDocument/2006/relationships/oleObject" Target="../embeddings/oleObject46.bin"/><Relationship Id="rId7" Type="http://schemas.openxmlformats.org/officeDocument/2006/relationships/oleObject" Target="../embeddings/oleObject4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25.wmf"/><Relationship Id="rId5" Type="http://schemas.openxmlformats.org/officeDocument/2006/relationships/oleObject" Target="../embeddings/oleObject47.bin"/><Relationship Id="rId4" Type="http://schemas.openxmlformats.org/officeDocument/2006/relationships/image" Target="../media/image124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wmf"/><Relationship Id="rId3" Type="http://schemas.openxmlformats.org/officeDocument/2006/relationships/oleObject" Target="../embeddings/oleObject49.bin"/><Relationship Id="rId7" Type="http://schemas.openxmlformats.org/officeDocument/2006/relationships/oleObject" Target="../embeddings/oleObject5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28.wmf"/><Relationship Id="rId5" Type="http://schemas.openxmlformats.org/officeDocument/2006/relationships/oleObject" Target="../embeddings/oleObject50.bin"/><Relationship Id="rId10" Type="http://schemas.openxmlformats.org/officeDocument/2006/relationships/image" Target="../media/image130.wmf"/><Relationship Id="rId4" Type="http://schemas.openxmlformats.org/officeDocument/2006/relationships/image" Target="../media/image127.wmf"/><Relationship Id="rId9" Type="http://schemas.openxmlformats.org/officeDocument/2006/relationships/oleObject" Target="../embeddings/oleObject52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wmf"/><Relationship Id="rId13" Type="http://schemas.openxmlformats.org/officeDocument/2006/relationships/oleObject" Target="../embeddings/oleObject58.bin"/><Relationship Id="rId18" Type="http://schemas.openxmlformats.org/officeDocument/2006/relationships/image" Target="../media/image138.wmf"/><Relationship Id="rId3" Type="http://schemas.openxmlformats.org/officeDocument/2006/relationships/oleObject" Target="../embeddings/oleObject53.bin"/><Relationship Id="rId7" Type="http://schemas.openxmlformats.org/officeDocument/2006/relationships/oleObject" Target="../embeddings/oleObject55.bin"/><Relationship Id="rId12" Type="http://schemas.openxmlformats.org/officeDocument/2006/relationships/image" Target="../media/image135.wmf"/><Relationship Id="rId17" Type="http://schemas.openxmlformats.org/officeDocument/2006/relationships/oleObject" Target="../embeddings/oleObject60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37.wmf"/><Relationship Id="rId20" Type="http://schemas.openxmlformats.org/officeDocument/2006/relationships/image" Target="../media/image139.wmf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32.wmf"/><Relationship Id="rId11" Type="http://schemas.openxmlformats.org/officeDocument/2006/relationships/oleObject" Target="../embeddings/oleObject57.bin"/><Relationship Id="rId5" Type="http://schemas.openxmlformats.org/officeDocument/2006/relationships/oleObject" Target="../embeddings/oleObject54.bin"/><Relationship Id="rId15" Type="http://schemas.openxmlformats.org/officeDocument/2006/relationships/oleObject" Target="../embeddings/oleObject59.bin"/><Relationship Id="rId10" Type="http://schemas.openxmlformats.org/officeDocument/2006/relationships/image" Target="../media/image134.wmf"/><Relationship Id="rId19" Type="http://schemas.openxmlformats.org/officeDocument/2006/relationships/oleObject" Target="../embeddings/oleObject61.bin"/><Relationship Id="rId4" Type="http://schemas.openxmlformats.org/officeDocument/2006/relationships/image" Target="../media/image131.wmf"/><Relationship Id="rId9" Type="http://schemas.openxmlformats.org/officeDocument/2006/relationships/oleObject" Target="../embeddings/oleObject56.bin"/><Relationship Id="rId14" Type="http://schemas.openxmlformats.org/officeDocument/2006/relationships/image" Target="../media/image136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41.wmf"/><Relationship Id="rId5" Type="http://schemas.openxmlformats.org/officeDocument/2006/relationships/oleObject" Target="../embeddings/oleObject63.bin"/><Relationship Id="rId4" Type="http://schemas.openxmlformats.org/officeDocument/2006/relationships/image" Target="../media/image140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43.wmf"/><Relationship Id="rId5" Type="http://schemas.openxmlformats.org/officeDocument/2006/relationships/oleObject" Target="../embeddings/oleObject65.bin"/><Relationship Id="rId4" Type="http://schemas.openxmlformats.org/officeDocument/2006/relationships/image" Target="../media/image142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6.wmf"/><Relationship Id="rId3" Type="http://schemas.openxmlformats.org/officeDocument/2006/relationships/oleObject" Target="../embeddings/oleObject66.bin"/><Relationship Id="rId7" Type="http://schemas.openxmlformats.org/officeDocument/2006/relationships/oleObject" Target="../embeddings/oleObject68.bin"/><Relationship Id="rId12" Type="http://schemas.openxmlformats.org/officeDocument/2006/relationships/image" Target="../media/image14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45.wmf"/><Relationship Id="rId11" Type="http://schemas.openxmlformats.org/officeDocument/2006/relationships/oleObject" Target="../embeddings/oleObject70.bin"/><Relationship Id="rId5" Type="http://schemas.openxmlformats.org/officeDocument/2006/relationships/oleObject" Target="../embeddings/oleObject67.bin"/><Relationship Id="rId10" Type="http://schemas.openxmlformats.org/officeDocument/2006/relationships/image" Target="../media/image147.wmf"/><Relationship Id="rId4" Type="http://schemas.openxmlformats.org/officeDocument/2006/relationships/image" Target="../media/image144.wmf"/><Relationship Id="rId9" Type="http://schemas.openxmlformats.org/officeDocument/2006/relationships/oleObject" Target="../embeddings/oleObject69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1.wmf"/><Relationship Id="rId3" Type="http://schemas.openxmlformats.org/officeDocument/2006/relationships/oleObject" Target="../embeddings/oleObject71.bin"/><Relationship Id="rId7" Type="http://schemas.openxmlformats.org/officeDocument/2006/relationships/oleObject" Target="../embeddings/oleObject73.bin"/><Relationship Id="rId12" Type="http://schemas.openxmlformats.org/officeDocument/2006/relationships/image" Target="../media/image15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50.wmf"/><Relationship Id="rId11" Type="http://schemas.openxmlformats.org/officeDocument/2006/relationships/oleObject" Target="../embeddings/oleObject75.bin"/><Relationship Id="rId5" Type="http://schemas.openxmlformats.org/officeDocument/2006/relationships/oleObject" Target="../embeddings/oleObject72.bin"/><Relationship Id="rId10" Type="http://schemas.openxmlformats.org/officeDocument/2006/relationships/image" Target="../media/image152.wmf"/><Relationship Id="rId4" Type="http://schemas.openxmlformats.org/officeDocument/2006/relationships/image" Target="../media/image149.wmf"/><Relationship Id="rId9" Type="http://schemas.openxmlformats.org/officeDocument/2006/relationships/oleObject" Target="../embeddings/oleObject74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5.wmf"/><Relationship Id="rId3" Type="http://schemas.openxmlformats.org/officeDocument/2006/relationships/oleObject" Target="../embeddings/oleObject76.bin"/><Relationship Id="rId7" Type="http://schemas.openxmlformats.org/officeDocument/2006/relationships/oleObject" Target="../embeddings/oleObject78.bin"/><Relationship Id="rId12" Type="http://schemas.openxmlformats.org/officeDocument/2006/relationships/image" Target="../media/image15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54.wmf"/><Relationship Id="rId11" Type="http://schemas.openxmlformats.org/officeDocument/2006/relationships/oleObject" Target="../embeddings/oleObject80.bin"/><Relationship Id="rId5" Type="http://schemas.openxmlformats.org/officeDocument/2006/relationships/oleObject" Target="../embeddings/oleObject77.bin"/><Relationship Id="rId10" Type="http://schemas.openxmlformats.org/officeDocument/2006/relationships/image" Target="../media/image156.wmf"/><Relationship Id="rId4" Type="http://schemas.openxmlformats.org/officeDocument/2006/relationships/image" Target="../media/image149.wmf"/><Relationship Id="rId9" Type="http://schemas.openxmlformats.org/officeDocument/2006/relationships/oleObject" Target="../embeddings/oleObject79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wmf"/><Relationship Id="rId3" Type="http://schemas.openxmlformats.org/officeDocument/2006/relationships/oleObject" Target="../embeddings/oleObject81.bin"/><Relationship Id="rId7" Type="http://schemas.openxmlformats.org/officeDocument/2006/relationships/oleObject" Target="../embeddings/oleObject8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59.wmf"/><Relationship Id="rId5" Type="http://schemas.openxmlformats.org/officeDocument/2006/relationships/oleObject" Target="../embeddings/oleObject82.bin"/><Relationship Id="rId4" Type="http://schemas.openxmlformats.org/officeDocument/2006/relationships/image" Target="../media/image158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2.wmf"/><Relationship Id="rId3" Type="http://schemas.openxmlformats.org/officeDocument/2006/relationships/oleObject" Target="../embeddings/oleObject84.bin"/><Relationship Id="rId7" Type="http://schemas.openxmlformats.org/officeDocument/2006/relationships/oleObject" Target="../embeddings/oleObject86.bin"/><Relationship Id="rId12" Type="http://schemas.openxmlformats.org/officeDocument/2006/relationships/image" Target="../media/image16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161.wmf"/><Relationship Id="rId11" Type="http://schemas.openxmlformats.org/officeDocument/2006/relationships/oleObject" Target="../embeddings/oleObject88.bin"/><Relationship Id="rId5" Type="http://schemas.openxmlformats.org/officeDocument/2006/relationships/oleObject" Target="../embeddings/oleObject85.bin"/><Relationship Id="rId10" Type="http://schemas.openxmlformats.org/officeDocument/2006/relationships/image" Target="../media/image163.wmf"/><Relationship Id="rId4" Type="http://schemas.openxmlformats.org/officeDocument/2006/relationships/image" Target="../media/image158.wmf"/><Relationship Id="rId9" Type="http://schemas.openxmlformats.org/officeDocument/2006/relationships/oleObject" Target="../embeddings/oleObject87.bin"/></Relationships>
</file>

<file path=ppt/slides/_rels/slide30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94.bin"/><Relationship Id="rId18" Type="http://schemas.openxmlformats.org/officeDocument/2006/relationships/image" Target="../media/image171.png"/><Relationship Id="rId26" Type="http://schemas.openxmlformats.org/officeDocument/2006/relationships/image" Target="../media/image175.png"/><Relationship Id="rId39" Type="http://schemas.openxmlformats.org/officeDocument/2006/relationships/customXml" Target="../ink/ink83.xml"/><Relationship Id="rId21" Type="http://schemas.openxmlformats.org/officeDocument/2006/relationships/customXml" Target="../ink/ink74.xml"/><Relationship Id="rId34" Type="http://schemas.openxmlformats.org/officeDocument/2006/relationships/image" Target="../media/image179.png"/><Relationship Id="rId42" Type="http://schemas.openxmlformats.org/officeDocument/2006/relationships/customXml" Target="../ink/ink85.xml"/><Relationship Id="rId47" Type="http://schemas.openxmlformats.org/officeDocument/2006/relationships/image" Target="../media/image185.png"/><Relationship Id="rId50" Type="http://schemas.openxmlformats.org/officeDocument/2006/relationships/customXml" Target="../ink/ink89.xml"/><Relationship Id="rId55" Type="http://schemas.openxmlformats.org/officeDocument/2006/relationships/image" Target="../media/image189.png"/><Relationship Id="rId7" Type="http://schemas.openxmlformats.org/officeDocument/2006/relationships/oleObject" Target="../embeddings/oleObject91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1.png"/><Relationship Id="rId29" Type="http://schemas.openxmlformats.org/officeDocument/2006/relationships/customXml" Target="../ink/ink78.xml"/><Relationship Id="rId11" Type="http://schemas.openxmlformats.org/officeDocument/2006/relationships/oleObject" Target="../embeddings/oleObject93.bin"/><Relationship Id="rId24" Type="http://schemas.openxmlformats.org/officeDocument/2006/relationships/image" Target="../media/image174.png"/><Relationship Id="rId32" Type="http://schemas.openxmlformats.org/officeDocument/2006/relationships/image" Target="../media/image178.png"/><Relationship Id="rId37" Type="http://schemas.openxmlformats.org/officeDocument/2006/relationships/customXml" Target="../ink/ink82.xml"/><Relationship Id="rId40" Type="http://schemas.openxmlformats.org/officeDocument/2006/relationships/customXml" Target="../ink/ink84.xml"/><Relationship Id="rId45" Type="http://schemas.openxmlformats.org/officeDocument/2006/relationships/image" Target="../media/image184.png"/><Relationship Id="rId53" Type="http://schemas.openxmlformats.org/officeDocument/2006/relationships/image" Target="../media/image188.png"/><Relationship Id="rId58" Type="http://schemas.openxmlformats.org/officeDocument/2006/relationships/customXml" Target="../ink/ink93.xml"/><Relationship Id="rId5" Type="http://schemas.openxmlformats.org/officeDocument/2006/relationships/oleObject" Target="../embeddings/oleObject90.bin"/><Relationship Id="rId19" Type="http://schemas.openxmlformats.org/officeDocument/2006/relationships/customXml" Target="../ink/ink73.xml"/><Relationship Id="rId4" Type="http://schemas.openxmlformats.org/officeDocument/2006/relationships/image" Target="../media/image165.wmf"/><Relationship Id="rId9" Type="http://schemas.openxmlformats.org/officeDocument/2006/relationships/oleObject" Target="../embeddings/oleObject92.bin"/><Relationship Id="rId14" Type="http://schemas.openxmlformats.org/officeDocument/2006/relationships/image" Target="../media/image170.wmf"/><Relationship Id="rId22" Type="http://schemas.openxmlformats.org/officeDocument/2006/relationships/image" Target="../media/image173.png"/><Relationship Id="rId27" Type="http://schemas.openxmlformats.org/officeDocument/2006/relationships/customXml" Target="../ink/ink77.xml"/><Relationship Id="rId30" Type="http://schemas.openxmlformats.org/officeDocument/2006/relationships/image" Target="../media/image177.png"/><Relationship Id="rId35" Type="http://schemas.openxmlformats.org/officeDocument/2006/relationships/customXml" Target="../ink/ink81.xml"/><Relationship Id="rId43" Type="http://schemas.openxmlformats.org/officeDocument/2006/relationships/image" Target="../media/image183.png"/><Relationship Id="rId48" Type="http://schemas.openxmlformats.org/officeDocument/2006/relationships/customXml" Target="../ink/ink88.xml"/><Relationship Id="rId56" Type="http://schemas.openxmlformats.org/officeDocument/2006/relationships/customXml" Target="../ink/ink92.xml"/><Relationship Id="rId8" Type="http://schemas.openxmlformats.org/officeDocument/2006/relationships/image" Target="../media/image167.wmf"/><Relationship Id="rId51" Type="http://schemas.openxmlformats.org/officeDocument/2006/relationships/image" Target="../media/image187.png"/><Relationship Id="rId3" Type="http://schemas.openxmlformats.org/officeDocument/2006/relationships/oleObject" Target="../embeddings/oleObject89.bin"/><Relationship Id="rId12" Type="http://schemas.openxmlformats.org/officeDocument/2006/relationships/image" Target="../media/image169.wmf"/><Relationship Id="rId17" Type="http://schemas.openxmlformats.org/officeDocument/2006/relationships/customXml" Target="../ink/ink72.xml"/><Relationship Id="rId25" Type="http://schemas.openxmlformats.org/officeDocument/2006/relationships/customXml" Target="../ink/ink76.xml"/><Relationship Id="rId33" Type="http://schemas.openxmlformats.org/officeDocument/2006/relationships/customXml" Target="../ink/ink80.xml"/><Relationship Id="rId38" Type="http://schemas.openxmlformats.org/officeDocument/2006/relationships/image" Target="../media/image181.png"/><Relationship Id="rId46" Type="http://schemas.openxmlformats.org/officeDocument/2006/relationships/customXml" Target="../ink/ink87.xml"/><Relationship Id="rId59" Type="http://schemas.openxmlformats.org/officeDocument/2006/relationships/image" Target="../media/image191.png"/><Relationship Id="rId20" Type="http://schemas.openxmlformats.org/officeDocument/2006/relationships/image" Target="../media/image172.png"/><Relationship Id="rId41" Type="http://schemas.openxmlformats.org/officeDocument/2006/relationships/image" Target="../media/image182.png"/><Relationship Id="rId54" Type="http://schemas.openxmlformats.org/officeDocument/2006/relationships/customXml" Target="../ink/ink91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166.wmf"/><Relationship Id="rId15" Type="http://schemas.openxmlformats.org/officeDocument/2006/relationships/customXml" Target="../ink/ink71.xml"/><Relationship Id="rId23" Type="http://schemas.openxmlformats.org/officeDocument/2006/relationships/customXml" Target="../ink/ink75.xml"/><Relationship Id="rId28" Type="http://schemas.openxmlformats.org/officeDocument/2006/relationships/image" Target="../media/image176.png"/><Relationship Id="rId36" Type="http://schemas.openxmlformats.org/officeDocument/2006/relationships/image" Target="../media/image180.png"/><Relationship Id="rId49" Type="http://schemas.openxmlformats.org/officeDocument/2006/relationships/image" Target="../media/image186.png"/><Relationship Id="rId57" Type="http://schemas.openxmlformats.org/officeDocument/2006/relationships/image" Target="../media/image190.png"/><Relationship Id="rId10" Type="http://schemas.openxmlformats.org/officeDocument/2006/relationships/image" Target="../media/image168.wmf"/><Relationship Id="rId31" Type="http://schemas.openxmlformats.org/officeDocument/2006/relationships/customXml" Target="../ink/ink79.xml"/><Relationship Id="rId44" Type="http://schemas.openxmlformats.org/officeDocument/2006/relationships/customXml" Target="../ink/ink86.xml"/><Relationship Id="rId52" Type="http://schemas.openxmlformats.org/officeDocument/2006/relationships/customXml" Target="../ink/ink90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4.wmf"/><Relationship Id="rId3" Type="http://schemas.openxmlformats.org/officeDocument/2006/relationships/oleObject" Target="../embeddings/oleObject95.bin"/><Relationship Id="rId7" Type="http://schemas.openxmlformats.org/officeDocument/2006/relationships/oleObject" Target="../embeddings/oleObject97.bin"/><Relationship Id="rId12" Type="http://schemas.openxmlformats.org/officeDocument/2006/relationships/image" Target="../media/image19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193.wmf"/><Relationship Id="rId11" Type="http://schemas.openxmlformats.org/officeDocument/2006/relationships/oleObject" Target="../embeddings/oleObject99.bin"/><Relationship Id="rId5" Type="http://schemas.openxmlformats.org/officeDocument/2006/relationships/oleObject" Target="../embeddings/oleObject96.bin"/><Relationship Id="rId10" Type="http://schemas.openxmlformats.org/officeDocument/2006/relationships/image" Target="../media/image195.wmf"/><Relationship Id="rId4" Type="http://schemas.openxmlformats.org/officeDocument/2006/relationships/image" Target="../media/image192.wmf"/><Relationship Id="rId9" Type="http://schemas.openxmlformats.org/officeDocument/2006/relationships/oleObject" Target="../embeddings/oleObject98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9.wmf"/><Relationship Id="rId13" Type="http://schemas.openxmlformats.org/officeDocument/2006/relationships/oleObject" Target="../embeddings/oleObject105.bin"/><Relationship Id="rId3" Type="http://schemas.openxmlformats.org/officeDocument/2006/relationships/oleObject" Target="../embeddings/oleObject100.bin"/><Relationship Id="rId7" Type="http://schemas.openxmlformats.org/officeDocument/2006/relationships/oleObject" Target="../embeddings/oleObject102.bin"/><Relationship Id="rId12" Type="http://schemas.openxmlformats.org/officeDocument/2006/relationships/image" Target="../media/image20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198.wmf"/><Relationship Id="rId11" Type="http://schemas.openxmlformats.org/officeDocument/2006/relationships/oleObject" Target="../embeddings/oleObject104.bin"/><Relationship Id="rId5" Type="http://schemas.openxmlformats.org/officeDocument/2006/relationships/oleObject" Target="../embeddings/oleObject101.bin"/><Relationship Id="rId10" Type="http://schemas.openxmlformats.org/officeDocument/2006/relationships/image" Target="../media/image200.wmf"/><Relationship Id="rId4" Type="http://schemas.openxmlformats.org/officeDocument/2006/relationships/image" Target="../media/image197.wmf"/><Relationship Id="rId9" Type="http://schemas.openxmlformats.org/officeDocument/2006/relationships/oleObject" Target="../embeddings/oleObject103.bin"/><Relationship Id="rId14" Type="http://schemas.openxmlformats.org/officeDocument/2006/relationships/image" Target="../media/image202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4.wmf"/><Relationship Id="rId13" Type="http://schemas.openxmlformats.org/officeDocument/2006/relationships/oleObject" Target="../embeddings/oleObject111.bin"/><Relationship Id="rId3" Type="http://schemas.openxmlformats.org/officeDocument/2006/relationships/oleObject" Target="../embeddings/oleObject106.bin"/><Relationship Id="rId7" Type="http://schemas.openxmlformats.org/officeDocument/2006/relationships/oleObject" Target="../embeddings/oleObject108.bin"/><Relationship Id="rId12" Type="http://schemas.openxmlformats.org/officeDocument/2006/relationships/image" Target="../media/image20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197.wmf"/><Relationship Id="rId11" Type="http://schemas.openxmlformats.org/officeDocument/2006/relationships/oleObject" Target="../embeddings/oleObject110.bin"/><Relationship Id="rId5" Type="http://schemas.openxmlformats.org/officeDocument/2006/relationships/oleObject" Target="../embeddings/oleObject107.bin"/><Relationship Id="rId10" Type="http://schemas.openxmlformats.org/officeDocument/2006/relationships/image" Target="../media/image205.wmf"/><Relationship Id="rId4" Type="http://schemas.openxmlformats.org/officeDocument/2006/relationships/image" Target="../media/image203.wmf"/><Relationship Id="rId9" Type="http://schemas.openxmlformats.org/officeDocument/2006/relationships/oleObject" Target="../embeddings/oleObject109.bin"/><Relationship Id="rId14" Type="http://schemas.openxmlformats.org/officeDocument/2006/relationships/image" Target="../media/image207.w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0.wmf"/><Relationship Id="rId13" Type="http://schemas.openxmlformats.org/officeDocument/2006/relationships/oleObject" Target="../embeddings/oleObject117.bin"/><Relationship Id="rId3" Type="http://schemas.openxmlformats.org/officeDocument/2006/relationships/oleObject" Target="../embeddings/oleObject112.bin"/><Relationship Id="rId7" Type="http://schemas.openxmlformats.org/officeDocument/2006/relationships/oleObject" Target="../embeddings/oleObject114.bin"/><Relationship Id="rId12" Type="http://schemas.openxmlformats.org/officeDocument/2006/relationships/image" Target="../media/image21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209.wmf"/><Relationship Id="rId11" Type="http://schemas.openxmlformats.org/officeDocument/2006/relationships/oleObject" Target="../embeddings/oleObject116.bin"/><Relationship Id="rId5" Type="http://schemas.openxmlformats.org/officeDocument/2006/relationships/oleObject" Target="../embeddings/oleObject113.bin"/><Relationship Id="rId10" Type="http://schemas.openxmlformats.org/officeDocument/2006/relationships/image" Target="../media/image211.wmf"/><Relationship Id="rId4" Type="http://schemas.openxmlformats.org/officeDocument/2006/relationships/image" Target="../media/image208.wmf"/><Relationship Id="rId9" Type="http://schemas.openxmlformats.org/officeDocument/2006/relationships/oleObject" Target="../embeddings/oleObject115.bin"/><Relationship Id="rId14" Type="http://schemas.openxmlformats.org/officeDocument/2006/relationships/image" Target="../media/image213.w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5.wmf"/><Relationship Id="rId3" Type="http://schemas.openxmlformats.org/officeDocument/2006/relationships/oleObject" Target="../embeddings/oleObject118.bin"/><Relationship Id="rId7" Type="http://schemas.openxmlformats.org/officeDocument/2006/relationships/oleObject" Target="../embeddings/oleObject120.bin"/><Relationship Id="rId12" Type="http://schemas.openxmlformats.org/officeDocument/2006/relationships/image" Target="../media/image21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214.wmf"/><Relationship Id="rId11" Type="http://schemas.openxmlformats.org/officeDocument/2006/relationships/oleObject" Target="../embeddings/oleObject122.bin"/><Relationship Id="rId5" Type="http://schemas.openxmlformats.org/officeDocument/2006/relationships/oleObject" Target="../embeddings/oleObject119.bin"/><Relationship Id="rId10" Type="http://schemas.openxmlformats.org/officeDocument/2006/relationships/image" Target="../media/image216.wmf"/><Relationship Id="rId4" Type="http://schemas.openxmlformats.org/officeDocument/2006/relationships/image" Target="../media/image208.wmf"/><Relationship Id="rId9" Type="http://schemas.openxmlformats.org/officeDocument/2006/relationships/oleObject" Target="../embeddings/oleObject121.bin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1.vml"/><Relationship Id="rId6" Type="http://schemas.openxmlformats.org/officeDocument/2006/relationships/image" Target="../media/image219.wmf"/><Relationship Id="rId5" Type="http://schemas.openxmlformats.org/officeDocument/2006/relationships/oleObject" Target="../embeddings/oleObject124.bin"/><Relationship Id="rId4" Type="http://schemas.openxmlformats.org/officeDocument/2006/relationships/image" Target="../media/image218.w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2.vml"/><Relationship Id="rId6" Type="http://schemas.openxmlformats.org/officeDocument/2006/relationships/image" Target="../media/image221.wmf"/><Relationship Id="rId5" Type="http://schemas.openxmlformats.org/officeDocument/2006/relationships/oleObject" Target="../embeddings/oleObject126.bin"/><Relationship Id="rId4" Type="http://schemas.openxmlformats.org/officeDocument/2006/relationships/image" Target="../media/image220.w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3.vml"/><Relationship Id="rId6" Type="http://schemas.openxmlformats.org/officeDocument/2006/relationships/image" Target="../media/image223.wmf"/><Relationship Id="rId5" Type="http://schemas.openxmlformats.org/officeDocument/2006/relationships/oleObject" Target="../embeddings/oleObject128.bin"/><Relationship Id="rId4" Type="http://schemas.openxmlformats.org/officeDocument/2006/relationships/image" Target="../media/image222.w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4.vml"/><Relationship Id="rId6" Type="http://schemas.openxmlformats.org/officeDocument/2006/relationships/image" Target="../media/image225.wmf"/><Relationship Id="rId5" Type="http://schemas.openxmlformats.org/officeDocument/2006/relationships/oleObject" Target="../embeddings/oleObject130.bin"/><Relationship Id="rId4" Type="http://schemas.openxmlformats.org/officeDocument/2006/relationships/image" Target="../media/image224.w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5.vml"/><Relationship Id="rId6" Type="http://schemas.openxmlformats.org/officeDocument/2006/relationships/image" Target="../media/image227.wmf"/><Relationship Id="rId5" Type="http://schemas.openxmlformats.org/officeDocument/2006/relationships/oleObject" Target="../embeddings/oleObject132.bin"/><Relationship Id="rId4" Type="http://schemas.openxmlformats.org/officeDocument/2006/relationships/image" Target="../media/image226.w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6.vml"/><Relationship Id="rId6" Type="http://schemas.openxmlformats.org/officeDocument/2006/relationships/image" Target="../media/image229.wmf"/><Relationship Id="rId5" Type="http://schemas.openxmlformats.org/officeDocument/2006/relationships/oleObject" Target="../embeddings/oleObject134.bin"/><Relationship Id="rId4" Type="http://schemas.openxmlformats.org/officeDocument/2006/relationships/image" Target="../media/image228.w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7.vml"/><Relationship Id="rId6" Type="http://schemas.openxmlformats.org/officeDocument/2006/relationships/image" Target="../media/image231.wmf"/><Relationship Id="rId5" Type="http://schemas.openxmlformats.org/officeDocument/2006/relationships/oleObject" Target="../embeddings/oleObject136.bin"/><Relationship Id="rId4" Type="http://schemas.openxmlformats.org/officeDocument/2006/relationships/image" Target="../media/image230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2286000"/>
            <a:ext cx="7772400" cy="1470025"/>
          </a:xfr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4800" b="1" dirty="0">
                <a:latin typeface="Times New Roman" pitchFamily="18" charset="0"/>
                <a:cs typeface="Times New Roman" pitchFamily="18" charset="0"/>
              </a:rPr>
              <a:t>GIỚI HẠN HÀM SỐ </a:t>
            </a: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263F-F37C-4A25-B61C-C4123E1900DF}" type="datetime1">
              <a:rPr lang="en-US" smtClean="0"/>
              <a:t>10/6/2021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Giải Tích 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Giới</a:t>
            </a:r>
            <a:r>
              <a:rPr lang="en-US" b="1" dirty="0"/>
              <a:t> </a:t>
            </a:r>
            <a:r>
              <a:rPr lang="en-US" b="1" dirty="0" err="1"/>
              <a:t>thiệu</a:t>
            </a:r>
            <a:endParaRPr lang="en-US" b="1" dirty="0"/>
          </a:p>
        </p:txBody>
      </p:sp>
      <p:pic>
        <p:nvPicPr>
          <p:cNvPr id="7" name="Picture 6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295400"/>
            <a:ext cx="8001000" cy="47244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33EB6-EC22-41F6-9ADA-80C940826057}" type="datetime1">
              <a:rPr lang="en-US" smtClean="0"/>
              <a:t>10/6/2021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Giải Tích 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6883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Giới</a:t>
            </a:r>
            <a:r>
              <a:rPr lang="en-US" b="1" dirty="0"/>
              <a:t> </a:t>
            </a:r>
            <a:r>
              <a:rPr lang="en-US" b="1" dirty="0" err="1"/>
              <a:t>thiệu</a:t>
            </a:r>
            <a:endParaRPr lang="en-US" dirty="0"/>
          </a:p>
        </p:txBody>
      </p:sp>
      <p:pic>
        <p:nvPicPr>
          <p:cNvPr id="7" name="Content Placeholder 6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143000"/>
            <a:ext cx="8077200" cy="46482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EBE6E-381C-4DD0-9EE7-AC2E9DA60C76}" type="datetime1">
              <a:rPr lang="en-US" smtClean="0"/>
              <a:t>10/6/2021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Giải Tích 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030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Giới</a:t>
            </a:r>
            <a:r>
              <a:rPr lang="en-US" b="1" dirty="0"/>
              <a:t> </a:t>
            </a:r>
            <a:r>
              <a:rPr lang="en-US" b="1" dirty="0" err="1"/>
              <a:t>thiệu</a:t>
            </a:r>
            <a:endParaRPr lang="en-US" b="1" dirty="0"/>
          </a:p>
        </p:txBody>
      </p:sp>
      <p:pic>
        <p:nvPicPr>
          <p:cNvPr id="8" name="Picture 7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219200"/>
            <a:ext cx="6172200" cy="426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2215" y="1494880"/>
            <a:ext cx="2851785" cy="383911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6B4E5-6100-4C92-8F40-33F3AB9918A2}" type="datetime1">
              <a:rPr lang="en-US" smtClean="0"/>
              <a:t>10/6/2021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Giải Tích 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442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1. </a:t>
            </a:r>
            <a:r>
              <a:rPr lang="en-US" b="1" dirty="0" err="1"/>
              <a:t>Định</a:t>
            </a:r>
            <a:r>
              <a:rPr lang="en-US" b="1" dirty="0"/>
              <a:t> </a:t>
            </a:r>
            <a:r>
              <a:rPr lang="en-US" b="1" dirty="0" err="1"/>
              <a:t>nghĩa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19200"/>
            <a:ext cx="4191000" cy="5029200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1. Cho </a:t>
            </a:r>
            <a:r>
              <a:rPr lang="en-US" dirty="0" err="1"/>
              <a:t>hàm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i="1" dirty="0"/>
              <a:t>f(x)</a:t>
            </a:r>
            <a:r>
              <a:rPr lang="en-US" dirty="0"/>
              <a:t>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khoảng</a:t>
            </a:r>
            <a:r>
              <a:rPr lang="en-US" dirty="0"/>
              <a:t> </a:t>
            </a:r>
            <a:r>
              <a:rPr lang="en-US" i="1" dirty="0"/>
              <a:t>(</a:t>
            </a:r>
            <a:r>
              <a:rPr lang="en-US" i="1" dirty="0" err="1"/>
              <a:t>a,b</a:t>
            </a:r>
            <a:r>
              <a:rPr lang="en-US" i="1" dirty="0"/>
              <a:t>); </a:t>
            </a:r>
            <a:r>
              <a:rPr lang="en-US" dirty="0" err="1"/>
              <a:t>nói</a:t>
            </a:r>
            <a:r>
              <a:rPr lang="en-US" dirty="0"/>
              <a:t> </a:t>
            </a:r>
            <a:r>
              <a:rPr lang="en-US" dirty="0" err="1"/>
              <a:t>rằng</a:t>
            </a:r>
            <a:r>
              <a:rPr lang="en-US" dirty="0"/>
              <a:t> </a:t>
            </a:r>
            <a:r>
              <a:rPr lang="en-US" i="1" dirty="0"/>
              <a:t>f(x)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hạn</a:t>
            </a:r>
            <a:r>
              <a:rPr lang="en-US" dirty="0"/>
              <a:t> L (</a:t>
            </a:r>
            <a:r>
              <a:rPr lang="en-US" dirty="0" err="1">
                <a:solidFill>
                  <a:srgbClr val="FF0000"/>
                </a:solidFill>
              </a:rPr>
              <a:t>hữu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hạn</a:t>
            </a:r>
            <a:r>
              <a:rPr lang="en-US" dirty="0"/>
              <a:t>)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i="1" dirty="0"/>
              <a:t>x </a:t>
            </a:r>
            <a:r>
              <a:rPr lang="en-US" dirty="0" err="1"/>
              <a:t>dần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i="1" dirty="0"/>
              <a:t>x</a:t>
            </a:r>
            <a:r>
              <a:rPr lang="en-US" i="1" baseline="-25000" dirty="0"/>
              <a:t>0</a:t>
            </a:r>
            <a:r>
              <a:rPr lang="en-US" dirty="0"/>
              <a:t>, </a:t>
            </a:r>
          </a:p>
          <a:p>
            <a:endParaRPr lang="en-US" dirty="0"/>
          </a:p>
          <a:p>
            <a:endParaRPr lang="en-US" dirty="0"/>
          </a:p>
          <a:p>
            <a:pPr marL="457200" indent="-457200">
              <a:buAutoNum type="arabicPeriod" startAt="2"/>
            </a:pPr>
            <a:endParaRPr lang="en-US" dirty="0"/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6542477"/>
              </p:ext>
            </p:extLst>
          </p:nvPr>
        </p:nvGraphicFramePr>
        <p:xfrm>
          <a:off x="2819400" y="3048000"/>
          <a:ext cx="1206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31" name="Equation" r:id="rId3" imgW="1206360" imgH="431640" progId="Equation.DSMT4">
                  <p:embed/>
                </p:oleObj>
              </mc:Choice>
              <mc:Fallback>
                <p:oleObj name="Equation" r:id="rId3" imgW="1206360" imgH="43164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3048000"/>
                        <a:ext cx="12065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0609776"/>
              </p:ext>
            </p:extLst>
          </p:nvPr>
        </p:nvGraphicFramePr>
        <p:xfrm>
          <a:off x="584200" y="3886200"/>
          <a:ext cx="38354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32" name="Equation" r:id="rId5" imgW="3835080" imgH="914400" progId="Equation.DSMT4">
                  <p:embed/>
                </p:oleObj>
              </mc:Choice>
              <mc:Fallback>
                <p:oleObj name="Equation" r:id="rId5" imgW="3835080" imgH="91440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200" y="3886200"/>
                        <a:ext cx="3835400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" name="Picture 13"/>
          <p:cNvPicPr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1066800"/>
            <a:ext cx="4648200" cy="52578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EE0AD-D75E-44A5-AFED-799C61F3BFA2}" type="datetime1">
              <a:rPr lang="en-US" smtClean="0"/>
              <a:t>10/6/2021</a:t>
            </a:fld>
            <a:endParaRPr 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I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4701187"/>
              </p:ext>
            </p:extLst>
          </p:nvPr>
        </p:nvGraphicFramePr>
        <p:xfrm>
          <a:off x="1905000" y="5105400"/>
          <a:ext cx="19050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33" name="Equation" r:id="rId8" imgW="1904760" imgH="622080" progId="Equation.DSMT4">
                  <p:embed/>
                </p:oleObj>
              </mc:Choice>
              <mc:Fallback>
                <p:oleObj name="Equation" r:id="rId8" imgW="1904760" imgH="622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905000" y="5105400"/>
                        <a:ext cx="1905000" cy="622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029200"/>
            <a:ext cx="13500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Kí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hiệu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78AEEE76-B721-436E-BA11-80CF02641E15}"/>
                  </a:ext>
                </a:extLst>
              </p14:cNvPr>
              <p14:cNvContentPartPr/>
              <p14:nvPr/>
            </p14:nvContentPartPr>
            <p14:xfrm>
              <a:off x="10207885" y="3515922"/>
              <a:ext cx="10800" cy="1332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78AEEE76-B721-436E-BA11-80CF02641E1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203565" y="3511602"/>
                <a:ext cx="19440" cy="21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067800" cy="838200"/>
          </a:xfrm>
        </p:spPr>
        <p:txBody>
          <a:bodyPr/>
          <a:lstStyle/>
          <a:p>
            <a:r>
              <a:rPr lang="en-US" b="1" dirty="0"/>
              <a:t>1. </a:t>
            </a:r>
            <a:r>
              <a:rPr lang="en-US" b="1" dirty="0" err="1"/>
              <a:t>Định</a:t>
            </a:r>
            <a:r>
              <a:rPr lang="en-US" b="1" dirty="0"/>
              <a:t> </a:t>
            </a:r>
            <a:r>
              <a:rPr lang="en-US" b="1" dirty="0" err="1"/>
              <a:t>nghĩa</a:t>
            </a:r>
            <a:r>
              <a:rPr lang="en-US" b="1" dirty="0"/>
              <a:t> (</a:t>
            </a:r>
            <a:r>
              <a:rPr lang="en-US" b="1" dirty="0" err="1"/>
              <a:t>Giới</a:t>
            </a:r>
            <a:r>
              <a:rPr lang="en-US" b="1" dirty="0"/>
              <a:t> </a:t>
            </a:r>
            <a:r>
              <a:rPr lang="en-US" b="1" dirty="0" err="1"/>
              <a:t>hạn</a:t>
            </a:r>
            <a:r>
              <a:rPr lang="en-US" b="1" dirty="0"/>
              <a:t> </a:t>
            </a:r>
            <a:r>
              <a:rPr lang="en-US" b="1" dirty="0" err="1"/>
              <a:t>hàm</a:t>
            </a:r>
            <a:r>
              <a:rPr lang="en-US" b="1" dirty="0"/>
              <a:t> </a:t>
            </a:r>
            <a:r>
              <a:rPr lang="en-US" b="1" dirty="0" err="1"/>
              <a:t>số</a:t>
            </a:r>
            <a:r>
              <a:rPr lang="en-US" b="1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86800" cy="76200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>
              <a:lnSpc>
                <a:spcPct val="150000"/>
              </a:lnSpc>
            </a:pPr>
            <a:r>
              <a:rPr lang="en-US" b="1" i="1" u="sng" dirty="0" err="1"/>
              <a:t>Ví</a:t>
            </a:r>
            <a:r>
              <a:rPr lang="en-US" b="1" i="1" u="sng" dirty="0"/>
              <a:t> </a:t>
            </a:r>
            <a:r>
              <a:rPr lang="en-US" b="1" i="1" u="sng" dirty="0" err="1"/>
              <a:t>dụ</a:t>
            </a:r>
            <a:r>
              <a:rPr lang="en-US" b="1" i="1" u="sng" dirty="0"/>
              <a:t>:</a:t>
            </a:r>
            <a:r>
              <a:rPr lang="en-US" dirty="0"/>
              <a:t> </a:t>
            </a:r>
            <a:r>
              <a:rPr lang="en-US" dirty="0" err="1"/>
              <a:t>Chứng</a:t>
            </a:r>
            <a:r>
              <a:rPr lang="en-US" dirty="0"/>
              <a:t> minh </a:t>
            </a:r>
            <a:r>
              <a:rPr lang="en-US" dirty="0" err="1"/>
              <a:t>rằng</a:t>
            </a:r>
            <a:r>
              <a:rPr lang="en-US" dirty="0"/>
              <a:t> </a:t>
            </a:r>
          </a:p>
          <a:p>
            <a:endParaRPr lang="en-US" b="1" i="1" u="sng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8DCE5-3A04-4675-88E4-41717DB3DBD3}" type="datetime1">
              <a:rPr lang="en-US" smtClean="0"/>
              <a:t>10/6/2021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Giải Tích I</a:t>
            </a:r>
            <a:endParaRPr lang="en-US" dirty="0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5860561"/>
              </p:ext>
            </p:extLst>
          </p:nvPr>
        </p:nvGraphicFramePr>
        <p:xfrm>
          <a:off x="3505200" y="1295400"/>
          <a:ext cx="22225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48" name="Equation" r:id="rId3" imgW="2222280" imgH="545760" progId="Equation.DSMT4">
                  <p:embed/>
                </p:oleObj>
              </mc:Choice>
              <mc:Fallback>
                <p:oleObj name="Equation" r:id="rId3" imgW="2222280" imgH="5457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05200" y="1295400"/>
                        <a:ext cx="2222500" cy="546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04800" y="1981200"/>
            <a:ext cx="64036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Theo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định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nghĩa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giới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hạn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hàm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từ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bài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cho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ta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9057758"/>
              </p:ext>
            </p:extLst>
          </p:nvPr>
        </p:nvGraphicFramePr>
        <p:xfrm>
          <a:off x="2590800" y="2514600"/>
          <a:ext cx="39243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49" name="Equation" r:id="rId5" imgW="3924000" imgH="482400" progId="Equation.DSMT4">
                  <p:embed/>
                </p:oleObj>
              </mc:Choice>
              <mc:Fallback>
                <p:oleObj name="Equation" r:id="rId5" imgW="392400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90800" y="2514600"/>
                        <a:ext cx="39243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04800" y="2971800"/>
            <a:ext cx="59907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Cho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ε &gt; 0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tùy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ý,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xác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định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δ &gt; 0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thỏa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mãn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2539079"/>
              </p:ext>
            </p:extLst>
          </p:nvPr>
        </p:nvGraphicFramePr>
        <p:xfrm>
          <a:off x="2209800" y="3505200"/>
          <a:ext cx="46355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50" name="Equation" r:id="rId7" imgW="4635360" imgH="558720" progId="Equation.DSMT4">
                  <p:embed/>
                </p:oleObj>
              </mc:Choice>
              <mc:Fallback>
                <p:oleObj name="Equation" r:id="rId7" imgW="4635360" imgH="558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209800" y="3505200"/>
                        <a:ext cx="4635500" cy="558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04800" y="4034135"/>
            <a:ext cx="59833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Tìm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δ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bằng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cách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rút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ngược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từ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điều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kiện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đã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biết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5105400" y="4495800"/>
            <a:ext cx="381000" cy="981670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9327968"/>
              </p:ext>
            </p:extLst>
          </p:nvPr>
        </p:nvGraphicFramePr>
        <p:xfrm>
          <a:off x="2045949" y="4495800"/>
          <a:ext cx="34290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51" name="Equation" r:id="rId9" imgW="3429000" imgH="838080" progId="Equation.DSMT4">
                  <p:embed/>
                </p:oleObj>
              </mc:Choice>
              <mc:Fallback>
                <p:oleObj name="Equation" r:id="rId9" imgW="3429000" imgH="838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045949" y="4495800"/>
                        <a:ext cx="3429000" cy="838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715000" y="4730115"/>
            <a:ext cx="23374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4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Chọn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         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thì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p:graphicFrame>
        <p:nvGraphicFramePr>
          <p:cNvPr id="15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5483531"/>
              </p:ext>
            </p:extLst>
          </p:nvPr>
        </p:nvGraphicFramePr>
        <p:xfrm>
          <a:off x="812800" y="5410200"/>
          <a:ext cx="78740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52" name="Equation" r:id="rId11" imgW="7873920" imgH="838080" progId="Equation.DSMT4">
                  <p:embed/>
                </p:oleObj>
              </mc:Choice>
              <mc:Fallback>
                <p:oleObj name="Equation" r:id="rId11" imgW="7873920" imgH="838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12800" y="5410200"/>
                        <a:ext cx="7874000" cy="838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266199"/>
              </p:ext>
            </p:extLst>
          </p:nvPr>
        </p:nvGraphicFramePr>
        <p:xfrm>
          <a:off x="6553200" y="4572000"/>
          <a:ext cx="8509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53" name="Equation" r:id="rId13" imgW="850680" imgH="838080" progId="Equation.DSMT4">
                  <p:embed/>
                </p:oleObj>
              </mc:Choice>
              <mc:Fallback>
                <p:oleObj name="Equation" r:id="rId13" imgW="850680" imgH="838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553200" y="4572000"/>
                        <a:ext cx="850900" cy="838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B388BD60-81F1-4DDC-B33A-FF51F30952CD}"/>
                  </a:ext>
                </a:extLst>
              </p14:cNvPr>
              <p14:cNvContentPartPr/>
              <p14:nvPr/>
            </p14:nvContentPartPr>
            <p14:xfrm>
              <a:off x="4262485" y="3373722"/>
              <a:ext cx="222840" cy="3600"/>
            </p14:xfrm>
          </p:contentPart>
        </mc:Choice>
        <mc:Fallback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B388BD60-81F1-4DDC-B33A-FF51F30952CD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258165" y="3369402"/>
                <a:ext cx="231480" cy="1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BCA01730-F096-4851-AF98-74D227BABFEC}"/>
                  </a:ext>
                </a:extLst>
              </p14:cNvPr>
              <p14:cNvContentPartPr/>
              <p14:nvPr/>
            </p14:nvContentPartPr>
            <p14:xfrm>
              <a:off x="3736165" y="4435002"/>
              <a:ext cx="56160" cy="10800"/>
            </p14:xfrm>
          </p:contentPart>
        </mc:Choice>
        <mc:Fallback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BCA01730-F096-4851-AF98-74D227BABFEC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731845" y="4430682"/>
                <a:ext cx="64800" cy="1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368D58B5-1933-4DFC-8A6C-E54A8A8AE58E}"/>
                  </a:ext>
                </a:extLst>
              </p14:cNvPr>
              <p14:cNvContentPartPr/>
              <p14:nvPr/>
            </p14:nvContentPartPr>
            <p14:xfrm>
              <a:off x="4536805" y="4023882"/>
              <a:ext cx="11880" cy="360"/>
            </p14:xfrm>
          </p:contentPart>
        </mc:Choice>
        <mc:Fallback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368D58B5-1933-4DFC-8A6C-E54A8A8AE58E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532485" y="4019562"/>
                <a:ext cx="2052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5B3309AF-5876-4FDC-945E-AA20FA486CF1}"/>
                  </a:ext>
                </a:extLst>
              </p14:cNvPr>
              <p14:cNvContentPartPr/>
              <p14:nvPr/>
            </p14:nvContentPartPr>
            <p14:xfrm>
              <a:off x="4078525" y="5190642"/>
              <a:ext cx="649440" cy="18000"/>
            </p14:xfrm>
          </p:contentPart>
        </mc:Choice>
        <mc:Fallback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5B3309AF-5876-4FDC-945E-AA20FA486CF1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074205" y="5186322"/>
                <a:ext cx="65808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BD768024-4F87-42D7-BC09-1B56BC9A9187}"/>
                  </a:ext>
                </a:extLst>
              </p14:cNvPr>
              <p14:cNvContentPartPr/>
              <p14:nvPr/>
            </p14:nvContentPartPr>
            <p14:xfrm>
              <a:off x="11407045" y="3567042"/>
              <a:ext cx="11880" cy="2520"/>
            </p14:xfrm>
          </p:contentPart>
        </mc:Choice>
        <mc:Fallback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BD768024-4F87-42D7-BC09-1B56BC9A9187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1402725" y="3562722"/>
                <a:ext cx="20520" cy="1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A4B0E3DE-A7EF-478C-AB1F-E2C98CE7DC88}"/>
                  </a:ext>
                </a:extLst>
              </p14:cNvPr>
              <p14:cNvContentPartPr/>
              <p14:nvPr/>
            </p14:nvContentPartPr>
            <p14:xfrm>
              <a:off x="8018725" y="3638322"/>
              <a:ext cx="360" cy="360"/>
            </p14:xfrm>
          </p:contentPart>
        </mc:Choice>
        <mc:Fallback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A4B0E3DE-A7EF-478C-AB1F-E2C98CE7DC88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8014405" y="3634002"/>
                <a:ext cx="9000" cy="9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14310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13" grpId="0" animBg="1"/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6200" y="990600"/>
                <a:ext cx="8991600" cy="5334000"/>
              </a:xfr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>
                <a:normAutofit/>
              </a:bodyPr>
              <a:lstStyle/>
              <a:p>
                <a:pPr>
                  <a:spcBef>
                    <a:spcPts val="0"/>
                  </a:spcBef>
                  <a:buFont typeface="Arial" pitchFamily="34" charset="0"/>
                  <a:buChar char="•"/>
                </a:pPr>
                <a:r>
                  <a:rPr lang="en-US" sz="2800" dirty="0"/>
                  <a:t>Hàm </a:t>
                </a:r>
                <a:r>
                  <a:rPr lang="en-US" sz="2800" dirty="0" err="1"/>
                  <a:t>số</a:t>
                </a:r>
                <a:r>
                  <a:rPr lang="en-US" sz="2800" dirty="0"/>
                  <a:t> </a:t>
                </a:r>
                <a:r>
                  <a:rPr lang="en-US" sz="2800" i="1" dirty="0"/>
                  <a:t>f(x)</a:t>
                </a:r>
                <a:r>
                  <a:rPr lang="en-US" sz="2800" dirty="0"/>
                  <a:t> </a:t>
                </a:r>
                <a:r>
                  <a:rPr lang="en-US" sz="2800" dirty="0" err="1"/>
                  <a:t>có</a:t>
                </a:r>
                <a:r>
                  <a:rPr lang="en-US" sz="2800" dirty="0"/>
                  <a:t> </a:t>
                </a:r>
                <a:r>
                  <a:rPr lang="en-US" sz="2800" dirty="0" err="1"/>
                  <a:t>giới</a:t>
                </a:r>
                <a:r>
                  <a:rPr lang="en-US" sz="2800" dirty="0"/>
                  <a:t> </a:t>
                </a:r>
                <a:r>
                  <a:rPr lang="en-US" sz="2800" dirty="0" err="1"/>
                  <a:t>hạn</a:t>
                </a:r>
                <a:r>
                  <a:rPr lang="en-US" sz="2800" dirty="0"/>
                  <a:t> </a:t>
                </a:r>
                <a:r>
                  <a:rPr lang="en-US" sz="2800" dirty="0" err="1"/>
                  <a:t>là</a:t>
                </a:r>
                <a:r>
                  <a:rPr lang="en-US" sz="2800" dirty="0"/>
                  <a:t> L </a:t>
                </a:r>
                <a:r>
                  <a:rPr lang="en-US" sz="2800" dirty="0" err="1"/>
                  <a:t>khi</a:t>
                </a:r>
                <a:r>
                  <a:rPr lang="en-US" sz="2800" dirty="0"/>
                  <a:t> x </a:t>
                </a:r>
                <a:r>
                  <a:rPr lang="en-US" sz="2800" dirty="0" err="1"/>
                  <a:t>dần</a:t>
                </a:r>
                <a:r>
                  <a:rPr lang="en-US" sz="2800" dirty="0"/>
                  <a:t> </a:t>
                </a:r>
                <a:r>
                  <a:rPr lang="en-US" sz="2800" dirty="0" err="1"/>
                  <a:t>tới</a:t>
                </a:r>
                <a:r>
                  <a:rPr lang="en-US" sz="2800" dirty="0"/>
                  <a:t> </a:t>
                </a:r>
                <a:r>
                  <a:rPr lang="en-US" sz="2800" dirty="0" err="1"/>
                  <a:t>dương</a:t>
                </a:r>
                <a:r>
                  <a:rPr lang="en-US" sz="2800" dirty="0"/>
                  <a:t> </a:t>
                </a:r>
                <a:r>
                  <a:rPr lang="en-US" sz="2800" dirty="0" err="1"/>
                  <a:t>vô</a:t>
                </a:r>
                <a:r>
                  <a:rPr lang="en-US" sz="2800" dirty="0"/>
                  <a:t> </a:t>
                </a:r>
                <a:r>
                  <a:rPr lang="en-US" sz="2800" dirty="0" err="1"/>
                  <a:t>cùng</a:t>
                </a:r>
                <a:r>
                  <a:rPr lang="en-US" sz="2800" dirty="0"/>
                  <a:t>:</a:t>
                </a:r>
              </a:p>
              <a:p>
                <a:pPr>
                  <a:spcBef>
                    <a:spcPts val="0"/>
                  </a:spcBef>
                  <a:buFont typeface="Arial" pitchFamily="34" charset="0"/>
                  <a:buChar char="•"/>
                </a:pPr>
                <a:endParaRPr lang="en-US" sz="2800" dirty="0"/>
              </a:p>
              <a:p>
                <a:pPr>
                  <a:spcBef>
                    <a:spcPts val="0"/>
                  </a:spcBef>
                  <a:buFont typeface="Arial" pitchFamily="34" charset="0"/>
                  <a:buChar char="•"/>
                </a:pPr>
                <a:endParaRPr lang="en-US" sz="2800" dirty="0"/>
              </a:p>
              <a:p>
                <a:pPr>
                  <a:spcBef>
                    <a:spcPts val="0"/>
                  </a:spcBef>
                  <a:buFont typeface="Arial" pitchFamily="34" charset="0"/>
                  <a:buChar char="•"/>
                </a:pPr>
                <a:r>
                  <a:rPr lang="en-US" sz="2800" dirty="0" err="1"/>
                  <a:t>Hàm</a:t>
                </a:r>
                <a:r>
                  <a:rPr lang="en-US" sz="2800" dirty="0"/>
                  <a:t> </a:t>
                </a:r>
                <a:r>
                  <a:rPr lang="en-US" sz="2800" dirty="0" err="1"/>
                  <a:t>số</a:t>
                </a:r>
                <a:r>
                  <a:rPr lang="en-US" sz="2800" dirty="0"/>
                  <a:t> </a:t>
                </a:r>
                <a:r>
                  <a:rPr lang="en-US" sz="2800" i="1" dirty="0"/>
                  <a:t>f(x)</a:t>
                </a:r>
                <a:r>
                  <a:rPr lang="en-US" sz="2800" dirty="0"/>
                  <a:t> </a:t>
                </a:r>
                <a:r>
                  <a:rPr lang="en-US" sz="2800" dirty="0" err="1"/>
                  <a:t>có</a:t>
                </a:r>
                <a:r>
                  <a:rPr lang="en-US" sz="2800" dirty="0"/>
                  <a:t> </a:t>
                </a:r>
                <a:r>
                  <a:rPr lang="en-US" sz="2800" dirty="0" err="1"/>
                  <a:t>giới</a:t>
                </a:r>
                <a:r>
                  <a:rPr lang="en-US" sz="2800" dirty="0"/>
                  <a:t> </a:t>
                </a:r>
                <a:r>
                  <a:rPr lang="en-US" sz="2800" dirty="0" err="1"/>
                  <a:t>hạn</a:t>
                </a:r>
                <a:r>
                  <a:rPr lang="en-US" sz="2800" dirty="0"/>
                  <a:t> </a:t>
                </a:r>
                <a:r>
                  <a:rPr lang="en-US" sz="2800" dirty="0" err="1"/>
                  <a:t>là</a:t>
                </a:r>
                <a:r>
                  <a:rPr lang="en-US" sz="2800" dirty="0"/>
                  <a:t> L </a:t>
                </a:r>
                <a:r>
                  <a:rPr lang="en-US" sz="2800" dirty="0" err="1"/>
                  <a:t>khi</a:t>
                </a:r>
                <a:r>
                  <a:rPr lang="en-US" sz="2800" dirty="0"/>
                  <a:t> x </a:t>
                </a:r>
                <a:r>
                  <a:rPr lang="en-US" sz="2800" dirty="0" err="1"/>
                  <a:t>dần</a:t>
                </a:r>
                <a:r>
                  <a:rPr lang="en-US" sz="2800" dirty="0"/>
                  <a:t> </a:t>
                </a:r>
                <a:r>
                  <a:rPr lang="en-US" sz="2800" dirty="0" err="1"/>
                  <a:t>tới</a:t>
                </a:r>
                <a:r>
                  <a:rPr lang="en-US" sz="2800" dirty="0"/>
                  <a:t> </a:t>
                </a:r>
                <a:r>
                  <a:rPr lang="en-US" sz="2800" dirty="0" err="1"/>
                  <a:t>âm</a:t>
                </a:r>
                <a:r>
                  <a:rPr lang="en-US" sz="2800" dirty="0"/>
                  <a:t> </a:t>
                </a:r>
                <a:r>
                  <a:rPr lang="en-US" sz="2800" dirty="0" err="1"/>
                  <a:t>vô</a:t>
                </a:r>
                <a:r>
                  <a:rPr lang="en-US" sz="2800" dirty="0"/>
                  <a:t> </a:t>
                </a:r>
                <a:r>
                  <a:rPr lang="en-US" sz="2800" dirty="0" err="1"/>
                  <a:t>cùng</a:t>
                </a:r>
                <a:r>
                  <a:rPr lang="en-US" sz="2800" dirty="0"/>
                  <a:t>:</a:t>
                </a:r>
              </a:p>
              <a:p>
                <a:pPr>
                  <a:spcBef>
                    <a:spcPts val="0"/>
                  </a:spcBef>
                  <a:buFont typeface="Arial" pitchFamily="34" charset="0"/>
                  <a:buChar char="•"/>
                </a:pPr>
                <a:endParaRPr lang="en-US" sz="2800" dirty="0"/>
              </a:p>
              <a:p>
                <a:pPr>
                  <a:spcBef>
                    <a:spcPts val="0"/>
                  </a:spcBef>
                  <a:buFont typeface="Arial" pitchFamily="34" charset="0"/>
                  <a:buChar char="•"/>
                </a:pPr>
                <a:endParaRPr lang="en-US" sz="2800" dirty="0"/>
              </a:p>
              <a:p>
                <a:pPr>
                  <a:spcBef>
                    <a:spcPts val="0"/>
                  </a:spcBef>
                  <a:buFont typeface="Arial" pitchFamily="34" charset="0"/>
                  <a:buChar char="•"/>
                </a:pPr>
                <a:r>
                  <a:rPr lang="en-US" sz="2800" dirty="0" err="1"/>
                  <a:t>Hàm</a:t>
                </a:r>
                <a:r>
                  <a:rPr lang="en-US" sz="2800" dirty="0"/>
                  <a:t> </a:t>
                </a:r>
                <a:r>
                  <a:rPr lang="en-US" sz="2800" dirty="0" err="1"/>
                  <a:t>số</a:t>
                </a:r>
                <a:r>
                  <a:rPr lang="en-US" sz="2800" dirty="0"/>
                  <a:t> </a:t>
                </a:r>
                <a:r>
                  <a:rPr lang="en-US" sz="2800" i="1" dirty="0"/>
                  <a:t>f(x)</a:t>
                </a:r>
                <a:r>
                  <a:rPr lang="en-US" sz="2800" dirty="0"/>
                  <a:t> </a:t>
                </a:r>
                <a:r>
                  <a:rPr lang="en-US" sz="2800" dirty="0" err="1"/>
                  <a:t>được</a:t>
                </a:r>
                <a:r>
                  <a:rPr lang="en-US" sz="2800" dirty="0"/>
                  <a:t> </a:t>
                </a:r>
                <a:r>
                  <a:rPr lang="en-US" sz="2800" dirty="0" err="1"/>
                  <a:t>gọi</a:t>
                </a:r>
                <a:r>
                  <a:rPr lang="en-US" sz="2800" dirty="0"/>
                  <a:t> </a:t>
                </a:r>
                <a:r>
                  <a:rPr lang="en-US" sz="2800" dirty="0" err="1"/>
                  <a:t>là</a:t>
                </a:r>
                <a:r>
                  <a:rPr lang="en-US" sz="2800" dirty="0"/>
                  <a:t> </a:t>
                </a:r>
                <a:r>
                  <a:rPr lang="en-US" sz="2800" dirty="0" err="1"/>
                  <a:t>một</a:t>
                </a:r>
                <a:r>
                  <a:rPr lang="en-US" sz="2800" dirty="0"/>
                  <a:t> </a:t>
                </a:r>
                <a:r>
                  <a:rPr lang="en-US" sz="2800" dirty="0" err="1"/>
                  <a:t>vô</a:t>
                </a:r>
                <a:r>
                  <a:rPr lang="en-US" sz="2800" dirty="0"/>
                  <a:t> </a:t>
                </a:r>
                <a:r>
                  <a:rPr lang="en-US" sz="2800" dirty="0" err="1"/>
                  <a:t>cùng</a:t>
                </a:r>
                <a:r>
                  <a:rPr lang="en-US" sz="2800" dirty="0"/>
                  <a:t> </a:t>
                </a:r>
                <a:r>
                  <a:rPr lang="en-US" sz="2800" dirty="0" err="1"/>
                  <a:t>bé</a:t>
                </a:r>
                <a:r>
                  <a:rPr lang="en-US" sz="2800" dirty="0"/>
                  <a:t> </a:t>
                </a:r>
                <a:r>
                  <a:rPr lang="en-US" sz="2800" dirty="0" err="1"/>
                  <a:t>khi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/>
                      </a:rPr>
                      <m:t>𝑥</m:t>
                    </m:r>
                    <m:r>
                      <a:rPr lang="en-US" sz="2800" b="0" i="1" smtClean="0">
                        <a:latin typeface="Cambria Math"/>
                        <a:ea typeface="Cambria Math"/>
                      </a:rPr>
                      <m:t>→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/>
                            <a:ea typeface="Cambria Math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latin typeface="Cambria Math"/>
                            <a:ea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800" dirty="0"/>
                  <a:t>:</a:t>
                </a:r>
              </a:p>
              <a:p>
                <a:pPr>
                  <a:spcBef>
                    <a:spcPts val="0"/>
                  </a:spcBef>
                  <a:buFont typeface="Arial" pitchFamily="34" charset="0"/>
                  <a:buChar char="•"/>
                </a:pPr>
                <a:endParaRPr lang="en-US" sz="2800" dirty="0"/>
              </a:p>
              <a:p>
                <a:pPr>
                  <a:spcBef>
                    <a:spcPts val="0"/>
                  </a:spcBef>
                  <a:buFont typeface="Arial" pitchFamily="34" charset="0"/>
                  <a:buChar char="•"/>
                </a:pPr>
                <a:endParaRPr lang="en-US" sz="2800" dirty="0"/>
              </a:p>
              <a:p>
                <a:pPr>
                  <a:spcBef>
                    <a:spcPts val="0"/>
                  </a:spcBef>
                  <a:buFont typeface="Arial" pitchFamily="34" charset="0"/>
                  <a:buChar char="•"/>
                </a:pPr>
                <a:endParaRPr lang="en-US" sz="2800" dirty="0"/>
              </a:p>
              <a:p>
                <a:pPr>
                  <a:spcBef>
                    <a:spcPts val="0"/>
                  </a:spcBef>
                  <a:buFont typeface="Arial" pitchFamily="34" charset="0"/>
                  <a:buChar char="•"/>
                </a:pPr>
                <a:endParaRPr lang="en-US" sz="2800" dirty="0"/>
              </a:p>
              <a:p>
                <a:pPr>
                  <a:spcBef>
                    <a:spcPts val="0"/>
                  </a:spcBef>
                  <a:buFont typeface="Arial" pitchFamily="34" charset="0"/>
                  <a:buChar char="•"/>
                </a:pPr>
                <a:endParaRPr lang="en-US" sz="2800" dirty="0"/>
              </a:p>
              <a:p>
                <a:pPr>
                  <a:buFont typeface="Arial" pitchFamily="34" charset="0"/>
                  <a:buChar char="•"/>
                </a:pPr>
                <a:endParaRPr lang="en-US" sz="2800" dirty="0"/>
              </a:p>
              <a:p>
                <a:pPr>
                  <a:buFont typeface="Arial" pitchFamily="34" charset="0"/>
                  <a:buChar char="•"/>
                </a:pPr>
                <a:endParaRPr lang="en-US" sz="2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" y="990600"/>
                <a:ext cx="8991600" cy="5334000"/>
              </a:xfrm>
              <a:blipFill rotWithShape="1">
                <a:blip r:embed="rId3"/>
                <a:stretch>
                  <a:fillRect l="-1082" t="-9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8DCE5-3A04-4675-88E4-41717DB3DBD3}" type="datetime1">
              <a:rPr lang="en-US" smtClean="0"/>
              <a:t>10/6/2021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Giải Tích I</a:t>
            </a:r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38200"/>
          </a:xfrm>
        </p:spPr>
        <p:txBody>
          <a:bodyPr/>
          <a:lstStyle/>
          <a:p>
            <a:r>
              <a:rPr lang="en-US" b="1" dirty="0"/>
              <a:t>1. </a:t>
            </a:r>
            <a:r>
              <a:rPr lang="en-US" b="1" dirty="0" err="1"/>
              <a:t>Định</a:t>
            </a:r>
            <a:r>
              <a:rPr lang="en-US" b="1" dirty="0"/>
              <a:t> </a:t>
            </a:r>
            <a:r>
              <a:rPr lang="en-US" b="1" dirty="0" err="1"/>
              <a:t>nghĩa</a:t>
            </a:r>
            <a:endParaRPr lang="en-US" b="1" dirty="0"/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6955130"/>
              </p:ext>
            </p:extLst>
          </p:nvPr>
        </p:nvGraphicFramePr>
        <p:xfrm>
          <a:off x="457200" y="1701800"/>
          <a:ext cx="23241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86" name="Equation" r:id="rId4" imgW="2324100" imgH="508000" progId="Equation.DSMT4">
                  <p:embed/>
                </p:oleObj>
              </mc:Choice>
              <mc:Fallback>
                <p:oleObj name="Equation" r:id="rId4" imgW="2324100" imgH="5080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1701800"/>
                        <a:ext cx="23241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0627533"/>
              </p:ext>
            </p:extLst>
          </p:nvPr>
        </p:nvGraphicFramePr>
        <p:xfrm>
          <a:off x="3086100" y="1676400"/>
          <a:ext cx="51435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87" name="Equation" r:id="rId6" imgW="5143500" imgH="482600" progId="Equation.DSMT4">
                  <p:embed/>
                </p:oleObj>
              </mc:Choice>
              <mc:Fallback>
                <p:oleObj name="Equation" r:id="rId6" imgW="5143500" imgH="4826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6100" y="1676400"/>
                        <a:ext cx="51435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4548692"/>
              </p:ext>
            </p:extLst>
          </p:nvPr>
        </p:nvGraphicFramePr>
        <p:xfrm>
          <a:off x="457200" y="2971800"/>
          <a:ext cx="74422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88" name="Equation" r:id="rId8" imgW="7442200" imgH="533400" progId="Equation.DSMT4">
                  <p:embed/>
                </p:oleObj>
              </mc:Choice>
              <mc:Fallback>
                <p:oleObj name="Equation" r:id="rId8" imgW="7442200" imgH="5334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2971800"/>
                        <a:ext cx="74422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4750306"/>
              </p:ext>
            </p:extLst>
          </p:nvPr>
        </p:nvGraphicFramePr>
        <p:xfrm>
          <a:off x="444500" y="4305300"/>
          <a:ext cx="71755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89" name="Equation" r:id="rId10" imgW="7175160" imgH="571320" progId="Equation.DSMT4">
                  <p:embed/>
                </p:oleObj>
              </mc:Choice>
              <mc:Fallback>
                <p:oleObj name="Equation" r:id="rId10" imgW="7175160" imgH="57132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500" y="4305300"/>
                        <a:ext cx="71755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5FCBCB8-E4B3-4701-ADA8-ABC7AC615669}"/>
                  </a:ext>
                </a:extLst>
              </p14:cNvPr>
              <p14:cNvContentPartPr/>
              <p14:nvPr/>
            </p14:nvContentPartPr>
            <p14:xfrm>
              <a:off x="10071445" y="5191722"/>
              <a:ext cx="43200" cy="25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5FCBCB8-E4B3-4701-ADA8-ABC7AC61566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067125" y="5187402"/>
                <a:ext cx="51840" cy="11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6935A012-C168-474A-8B1D-AF50DF140B25}"/>
              </a:ext>
            </a:extLst>
          </p:cNvPr>
          <p:cNvGrpSpPr/>
          <p:nvPr/>
        </p:nvGrpSpPr>
        <p:grpSpPr>
          <a:xfrm>
            <a:off x="852565" y="2197242"/>
            <a:ext cx="909000" cy="99360"/>
            <a:chOff x="852565" y="2197242"/>
            <a:chExt cx="909000" cy="99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F4F0975-B282-4538-B1E7-1022191BD5D2}"/>
                    </a:ext>
                  </a:extLst>
                </p14:cNvPr>
                <p14:cNvContentPartPr/>
                <p14:nvPr/>
              </p14:nvContentPartPr>
              <p14:xfrm>
                <a:off x="852565" y="2221722"/>
                <a:ext cx="19800" cy="108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F4F0975-B282-4538-B1E7-1022191BD5D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48245" y="2217402"/>
                  <a:ext cx="2844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1C0A974-78F5-4B26-9B7D-AF3EC337E08A}"/>
                    </a:ext>
                  </a:extLst>
                </p14:cNvPr>
                <p14:cNvContentPartPr/>
                <p14:nvPr/>
              </p14:nvContentPartPr>
              <p14:xfrm>
                <a:off x="866965" y="2233242"/>
                <a:ext cx="894600" cy="633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1C0A974-78F5-4B26-9B7D-AF3EC337E08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62645" y="2228922"/>
                  <a:ext cx="90324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32A3D6E-2CCB-4FDB-A5AD-C2ED633CC1F3}"/>
                    </a:ext>
                  </a:extLst>
                </p14:cNvPr>
                <p14:cNvContentPartPr/>
                <p14:nvPr/>
              </p14:nvContentPartPr>
              <p14:xfrm>
                <a:off x="1134445" y="2197242"/>
                <a:ext cx="10800" cy="25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32A3D6E-2CCB-4FDB-A5AD-C2ED633CC1F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130125" y="2192922"/>
                  <a:ext cx="19440" cy="1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91BBD7F-7CE2-44BB-B3F1-5688A1DADC00}"/>
              </a:ext>
            </a:extLst>
          </p:cNvPr>
          <p:cNvGrpSpPr/>
          <p:nvPr/>
        </p:nvGrpSpPr>
        <p:grpSpPr>
          <a:xfrm>
            <a:off x="4452925" y="2039562"/>
            <a:ext cx="667080" cy="47520"/>
            <a:chOff x="4452925" y="2039562"/>
            <a:chExt cx="667080" cy="47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9D46C80-403E-4416-BE71-FD739C9C6E3F}"/>
                    </a:ext>
                  </a:extLst>
                </p14:cNvPr>
                <p14:cNvContentPartPr/>
                <p14:nvPr/>
              </p14:nvContentPartPr>
              <p14:xfrm>
                <a:off x="4463005" y="2074482"/>
                <a:ext cx="360" cy="3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9D46C80-403E-4416-BE71-FD739C9C6E3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458685" y="2070162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A8F1AE3-32D6-4644-8158-4E0AC57395F3}"/>
                    </a:ext>
                  </a:extLst>
                </p14:cNvPr>
                <p14:cNvContentPartPr/>
                <p14:nvPr/>
              </p14:nvContentPartPr>
              <p14:xfrm>
                <a:off x="4452925" y="2039562"/>
                <a:ext cx="667080" cy="475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A8F1AE3-32D6-4644-8158-4E0AC57395F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448605" y="2035242"/>
                  <a:ext cx="675720" cy="56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7785704D-4F12-4693-B7CE-ACC266847DC1}"/>
                  </a:ext>
                </a:extLst>
              </p14:cNvPr>
              <p14:cNvContentPartPr/>
              <p14:nvPr/>
            </p14:nvContentPartPr>
            <p14:xfrm>
              <a:off x="4184005" y="3368682"/>
              <a:ext cx="758160" cy="4608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7785704D-4F12-4693-B7CE-ACC266847DC1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179685" y="3364362"/>
                <a:ext cx="766800" cy="54720"/>
              </a:xfrm>
              <a:prstGeom prst="rect">
                <a:avLst/>
              </a:prstGeom>
            </p:spPr>
          </p:pic>
        </mc:Fallback>
      </mc:AlternateContent>
      <p:grpSp>
        <p:nvGrpSpPr>
          <p:cNvPr id="45" name="Group 44">
            <a:extLst>
              <a:ext uri="{FF2B5EF4-FFF2-40B4-BE49-F238E27FC236}">
                <a16:creationId xmlns:a16="http://schemas.microsoft.com/office/drawing/2014/main" id="{66C59F37-5491-4CA1-B198-DD3DB78D76CE}"/>
              </a:ext>
            </a:extLst>
          </p:cNvPr>
          <p:cNvGrpSpPr/>
          <p:nvPr/>
        </p:nvGrpSpPr>
        <p:grpSpPr>
          <a:xfrm>
            <a:off x="6427525" y="4837842"/>
            <a:ext cx="2824200" cy="1363320"/>
            <a:chOff x="6427525" y="4837842"/>
            <a:chExt cx="2824200" cy="1363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51FAE2B-FDC9-41CD-B35C-B8FA06D7300E}"/>
                    </a:ext>
                  </a:extLst>
                </p14:cNvPr>
                <p14:cNvContentPartPr/>
                <p14:nvPr/>
              </p14:nvContentPartPr>
              <p14:xfrm>
                <a:off x="7494205" y="4888242"/>
                <a:ext cx="189720" cy="13129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51FAE2B-FDC9-41CD-B35C-B8FA06D7300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489885" y="4883922"/>
                  <a:ext cx="198360" cy="132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49CBECE-172E-4C07-A12D-F4A7378BB8C0}"/>
                    </a:ext>
                  </a:extLst>
                </p14:cNvPr>
                <p14:cNvContentPartPr/>
                <p14:nvPr/>
              </p14:nvContentPartPr>
              <p14:xfrm>
                <a:off x="6427525" y="5956722"/>
                <a:ext cx="2459520" cy="903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49CBECE-172E-4C07-A12D-F4A7378BB8C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423205" y="5952402"/>
                  <a:ext cx="246816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F50D448-01CE-4CCC-8ED0-2C1A0F31A4C7}"/>
                    </a:ext>
                  </a:extLst>
                </p14:cNvPr>
                <p14:cNvContentPartPr/>
                <p14:nvPr/>
              </p14:nvContentPartPr>
              <p14:xfrm>
                <a:off x="7839085" y="4837842"/>
                <a:ext cx="997200" cy="10846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F50D448-01CE-4CCC-8ED0-2C1A0F31A4C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834765" y="4833522"/>
                  <a:ext cx="1005840" cy="10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3ED7FDB-1589-45FF-BB16-39AEA87DC2F8}"/>
                    </a:ext>
                  </a:extLst>
                </p14:cNvPr>
                <p14:cNvContentPartPr/>
                <p14:nvPr/>
              </p14:nvContentPartPr>
              <p14:xfrm>
                <a:off x="8522005" y="5969322"/>
                <a:ext cx="458280" cy="471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3ED7FDB-1589-45FF-BB16-39AEA87DC2F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517685" y="5965002"/>
                  <a:ext cx="46692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5A1EF79-FE55-4A7D-B609-3674F31637AF}"/>
                    </a:ext>
                  </a:extLst>
                </p14:cNvPr>
                <p14:cNvContentPartPr/>
                <p14:nvPr/>
              </p14:nvContentPartPr>
              <p14:xfrm>
                <a:off x="8748085" y="5851602"/>
                <a:ext cx="195120" cy="1479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5A1EF79-FE55-4A7D-B609-3674F31637A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743765" y="5847282"/>
                  <a:ext cx="20376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2542BF8-BE75-433A-938B-19B259406888}"/>
                    </a:ext>
                  </a:extLst>
                </p14:cNvPr>
                <p14:cNvContentPartPr/>
                <p14:nvPr/>
              </p14:nvContentPartPr>
              <p14:xfrm>
                <a:off x="8023765" y="4939362"/>
                <a:ext cx="239040" cy="3981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2542BF8-BE75-433A-938B-19B25940688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019445" y="4935042"/>
                  <a:ext cx="247680" cy="40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4D600B9-D47C-4782-9B46-2FB478F67F40}"/>
                    </a:ext>
                  </a:extLst>
                </p14:cNvPr>
                <p14:cNvContentPartPr/>
                <p14:nvPr/>
              </p14:nvContentPartPr>
              <p14:xfrm>
                <a:off x="8270005" y="4974282"/>
                <a:ext cx="63000" cy="2203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4D600B9-D47C-4782-9B46-2FB478F67F4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265685" y="4969962"/>
                  <a:ext cx="7164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9A8A905-D6C9-4982-BE4F-712A5EBD3156}"/>
                    </a:ext>
                  </a:extLst>
                </p14:cNvPr>
                <p14:cNvContentPartPr/>
                <p14:nvPr/>
              </p14:nvContentPartPr>
              <p14:xfrm>
                <a:off x="8352805" y="5038722"/>
                <a:ext cx="225720" cy="1648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9A8A905-D6C9-4982-BE4F-712A5EBD315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348485" y="5034402"/>
                  <a:ext cx="23436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53D9778-2274-415D-9314-D641086652B8}"/>
                    </a:ext>
                  </a:extLst>
                </p14:cNvPr>
                <p14:cNvContentPartPr/>
                <p14:nvPr/>
              </p14:nvContentPartPr>
              <p14:xfrm>
                <a:off x="8654485" y="4913802"/>
                <a:ext cx="109440" cy="4312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53D9778-2274-415D-9314-D641086652B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650165" y="4909482"/>
                  <a:ext cx="118080" cy="43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17EFC49-96E8-4A14-8E9F-CB15F521F74D}"/>
                    </a:ext>
                  </a:extLst>
                </p14:cNvPr>
                <p14:cNvContentPartPr/>
                <p14:nvPr/>
              </p14:nvContentPartPr>
              <p14:xfrm>
                <a:off x="8729725" y="5819202"/>
                <a:ext cx="166320" cy="1051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17EFC49-96E8-4A14-8E9F-CB15F521F74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725405" y="5814882"/>
                  <a:ext cx="17496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23311A5-4BC1-46FC-BCA1-A2C2F7508A60}"/>
                    </a:ext>
                  </a:extLst>
                </p14:cNvPr>
                <p14:cNvContentPartPr/>
                <p14:nvPr/>
              </p14:nvContentPartPr>
              <p14:xfrm>
                <a:off x="8706325" y="6037362"/>
                <a:ext cx="504000" cy="374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23311A5-4BC1-46FC-BCA1-A2C2F7508A6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702005" y="6033042"/>
                  <a:ext cx="51264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2614CA3-D0C4-4D5C-88EC-0B4D30996F1C}"/>
                    </a:ext>
                  </a:extLst>
                </p14:cNvPr>
                <p14:cNvContentPartPr/>
                <p14:nvPr/>
              </p14:nvContentPartPr>
              <p14:xfrm>
                <a:off x="9091885" y="5964642"/>
                <a:ext cx="159840" cy="2001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2614CA3-D0C4-4D5C-88EC-0B4D30996F1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087565" y="5960322"/>
                  <a:ext cx="16848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E18772C-4BE9-4569-BB51-B7FBD251E3DF}"/>
                    </a:ext>
                  </a:extLst>
                </p14:cNvPr>
                <p14:cNvContentPartPr/>
                <p14:nvPr/>
              </p14:nvContentPartPr>
              <p14:xfrm>
                <a:off x="8728645" y="5895882"/>
                <a:ext cx="360" cy="3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E18772C-4BE9-4569-BB51-B7FBD251E3D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724325" y="5891562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AF85213-AC71-4DCA-9D0A-6DE6DA9CC3FD}"/>
                    </a:ext>
                  </a:extLst>
                </p14:cNvPr>
                <p14:cNvContentPartPr/>
                <p14:nvPr/>
              </p14:nvContentPartPr>
              <p14:xfrm>
                <a:off x="8008285" y="5821002"/>
                <a:ext cx="261360" cy="424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AF85213-AC71-4DCA-9D0A-6DE6DA9CC3FD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003965" y="5816682"/>
                  <a:ext cx="27000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E132484-DF5A-432E-B63D-FB5CBE212C67}"/>
                    </a:ext>
                  </a:extLst>
                </p14:cNvPr>
                <p14:cNvContentPartPr/>
                <p14:nvPr/>
              </p14:nvContentPartPr>
              <p14:xfrm>
                <a:off x="7283965" y="5774562"/>
                <a:ext cx="438840" cy="504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E132484-DF5A-432E-B63D-FB5CBE212C67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7279645" y="5770242"/>
                  <a:ext cx="44748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FC17F86-302A-46C0-B737-6D98FCF9EE43}"/>
                    </a:ext>
                  </a:extLst>
                </p14:cNvPr>
                <p14:cNvContentPartPr/>
                <p14:nvPr/>
              </p14:nvContentPartPr>
              <p14:xfrm>
                <a:off x="6871405" y="5445882"/>
                <a:ext cx="228600" cy="3171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FC17F86-302A-46C0-B737-6D98FCF9EE43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6867085" y="5441562"/>
                  <a:ext cx="23724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145DC96A-5EEE-443D-B6EE-001FCE18EBCD}"/>
                    </a:ext>
                  </a:extLst>
                </p14:cNvPr>
                <p14:cNvContentPartPr/>
                <p14:nvPr/>
              </p14:nvContentPartPr>
              <p14:xfrm>
                <a:off x="7101085" y="5425362"/>
                <a:ext cx="83520" cy="2127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145DC96A-5EEE-443D-B6EE-001FCE18EBCD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7096765" y="5421042"/>
                  <a:ext cx="9216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B92CEB39-7661-4A42-A942-2135DCCF8554}"/>
                    </a:ext>
                  </a:extLst>
                </p14:cNvPr>
                <p14:cNvContentPartPr/>
                <p14:nvPr/>
              </p14:nvContentPartPr>
              <p14:xfrm>
                <a:off x="7170205" y="5396202"/>
                <a:ext cx="169920" cy="2746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B92CEB39-7661-4A42-A942-2135DCCF8554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7165885" y="5391882"/>
                  <a:ext cx="17856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F01B535-D313-4C2F-B97F-DE9CD566A498}"/>
                    </a:ext>
                  </a:extLst>
                </p14:cNvPr>
                <p14:cNvContentPartPr/>
                <p14:nvPr/>
              </p14:nvContentPartPr>
              <p14:xfrm>
                <a:off x="7441285" y="5344722"/>
                <a:ext cx="161280" cy="3564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F01B535-D313-4C2F-B97F-DE9CD566A498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7436965" y="5340402"/>
                  <a:ext cx="169920" cy="36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CDD6D144-0586-4503-8BBD-1021E4457878}"/>
                    </a:ext>
                  </a:extLst>
                </p14:cNvPr>
                <p14:cNvContentPartPr/>
                <p14:nvPr/>
              </p14:nvContentPartPr>
              <p14:xfrm>
                <a:off x="7481245" y="5880042"/>
                <a:ext cx="1504800" cy="817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CDD6D144-0586-4503-8BBD-1021E4457878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7476925" y="5875722"/>
                  <a:ext cx="151344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44BC27A-3720-43EB-8563-89EFE66AAB90}"/>
                    </a:ext>
                  </a:extLst>
                </p14:cNvPr>
                <p14:cNvContentPartPr/>
                <p14:nvPr/>
              </p14:nvContentPartPr>
              <p14:xfrm>
                <a:off x="8495005" y="5769882"/>
                <a:ext cx="536400" cy="2386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44BC27A-3720-43EB-8563-89EFE66AAB90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8490685" y="5765562"/>
                  <a:ext cx="54504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30ABF2D-D7AB-4354-B3E3-3CED432275AD}"/>
                    </a:ext>
                  </a:extLst>
                </p14:cNvPr>
                <p14:cNvContentPartPr/>
                <p14:nvPr/>
              </p14:nvContentPartPr>
              <p14:xfrm>
                <a:off x="8668885" y="5780322"/>
                <a:ext cx="416880" cy="1767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30ABF2D-D7AB-4354-B3E3-3CED432275AD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8664565" y="5776002"/>
                  <a:ext cx="425520" cy="185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800DE0CE-913C-4D9F-8D4F-2E185A9B978B}"/>
              </a:ext>
            </a:extLst>
          </p:cNvPr>
          <p:cNvGrpSpPr/>
          <p:nvPr/>
        </p:nvGrpSpPr>
        <p:grpSpPr>
          <a:xfrm>
            <a:off x="373765" y="4856562"/>
            <a:ext cx="3115080" cy="1533240"/>
            <a:chOff x="373765" y="4856562"/>
            <a:chExt cx="3115080" cy="1533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3231159-7199-4421-86D0-990AAC6E60F4}"/>
                    </a:ext>
                  </a:extLst>
                </p14:cNvPr>
                <p14:cNvContentPartPr/>
                <p14:nvPr/>
              </p14:nvContentPartPr>
              <p14:xfrm>
                <a:off x="1793605" y="5028282"/>
                <a:ext cx="9360" cy="61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3231159-7199-4421-86D0-990AAC6E60F4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789285" y="5023962"/>
                  <a:ext cx="18000" cy="1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C2766CD-1B58-4BB4-AB57-F5AEB865D460}"/>
                    </a:ext>
                  </a:extLst>
                </p14:cNvPr>
                <p14:cNvContentPartPr/>
                <p14:nvPr/>
              </p14:nvContentPartPr>
              <p14:xfrm>
                <a:off x="1543045" y="5209362"/>
                <a:ext cx="15840" cy="3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C2766CD-1B58-4BB4-AB57-F5AEB865D460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538725" y="5205042"/>
                  <a:ext cx="2448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D350306F-331C-47CA-A9E7-1DE75CC8BE07}"/>
                    </a:ext>
                  </a:extLst>
                </p14:cNvPr>
                <p14:cNvContentPartPr/>
                <p14:nvPr/>
              </p14:nvContentPartPr>
              <p14:xfrm>
                <a:off x="1647085" y="5011362"/>
                <a:ext cx="51120" cy="13784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D350306F-331C-47CA-A9E7-1DE75CC8BE07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642765" y="5007042"/>
                  <a:ext cx="59760" cy="138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C9274FDD-E0D8-4FD9-AA85-7E47E15FA5CF}"/>
                    </a:ext>
                  </a:extLst>
                </p14:cNvPr>
                <p14:cNvContentPartPr/>
                <p14:nvPr/>
              </p14:nvContentPartPr>
              <p14:xfrm>
                <a:off x="555565" y="5755842"/>
                <a:ext cx="2933280" cy="799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C9274FDD-E0D8-4FD9-AA85-7E47E15FA5CF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551245" y="5751522"/>
                  <a:ext cx="294192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77D5EB7E-DB31-4E74-8C18-C84B0EB247C7}"/>
                    </a:ext>
                  </a:extLst>
                </p14:cNvPr>
                <p14:cNvContentPartPr/>
                <p14:nvPr/>
              </p14:nvContentPartPr>
              <p14:xfrm>
                <a:off x="566005" y="5517522"/>
                <a:ext cx="41760" cy="14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77D5EB7E-DB31-4E74-8C18-C84B0EB247C7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561685" y="5513202"/>
                  <a:ext cx="50400" cy="1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229EBA6-768A-43C4-8DF5-51D871C5A78D}"/>
                    </a:ext>
                  </a:extLst>
                </p14:cNvPr>
                <p14:cNvContentPartPr/>
                <p14:nvPr/>
              </p14:nvContentPartPr>
              <p14:xfrm>
                <a:off x="501205" y="5420682"/>
                <a:ext cx="2203560" cy="867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229EBA6-768A-43C4-8DF5-51D871C5A78D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496885" y="5416362"/>
                  <a:ext cx="221220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6CC7448C-A1CC-485F-AC80-B6409A6473FE}"/>
                    </a:ext>
                  </a:extLst>
                </p14:cNvPr>
                <p14:cNvContentPartPr/>
                <p14:nvPr/>
              </p14:nvContentPartPr>
              <p14:xfrm>
                <a:off x="1671565" y="5527962"/>
                <a:ext cx="109440" cy="1796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6CC7448C-A1CC-485F-AC80-B6409A6473FE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667245" y="5523642"/>
                  <a:ext cx="11808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7CC9EC10-2729-4EEA-9EF1-63280894D10F}"/>
                    </a:ext>
                  </a:extLst>
                </p14:cNvPr>
                <p14:cNvContentPartPr/>
                <p14:nvPr/>
              </p14:nvContentPartPr>
              <p14:xfrm>
                <a:off x="533605" y="4856562"/>
                <a:ext cx="1055160" cy="6019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7CC9EC10-2729-4EEA-9EF1-63280894D10F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529285" y="4852242"/>
                  <a:ext cx="1063800" cy="61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594CB639-D441-408C-9A73-075AAE8CF389}"/>
                    </a:ext>
                  </a:extLst>
                </p14:cNvPr>
                <p14:cNvContentPartPr/>
                <p14:nvPr/>
              </p14:nvContentPartPr>
              <p14:xfrm>
                <a:off x="386005" y="5516442"/>
                <a:ext cx="259560" cy="190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594CB639-D441-408C-9A73-075AAE8CF389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381685" y="5512122"/>
                  <a:ext cx="26820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4173C210-C7D2-4C76-8CA8-78CBFDD63393}"/>
                    </a:ext>
                  </a:extLst>
                </p14:cNvPr>
                <p14:cNvContentPartPr/>
                <p14:nvPr/>
              </p14:nvContentPartPr>
              <p14:xfrm>
                <a:off x="454405" y="5422842"/>
                <a:ext cx="143280" cy="1076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4173C210-C7D2-4C76-8CA8-78CBFDD63393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450085" y="5418522"/>
                  <a:ext cx="15192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845D081-24D2-4235-8688-8BD9074CB04B}"/>
                    </a:ext>
                  </a:extLst>
                </p14:cNvPr>
                <p14:cNvContentPartPr/>
                <p14:nvPr/>
              </p14:nvContentPartPr>
              <p14:xfrm>
                <a:off x="478885" y="5428242"/>
                <a:ext cx="100440" cy="478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845D081-24D2-4235-8688-8BD9074CB04B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474565" y="5423922"/>
                  <a:ext cx="10908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16ACC893-802D-481D-A551-C224ACAF47D7}"/>
                    </a:ext>
                  </a:extLst>
                </p14:cNvPr>
                <p14:cNvContentPartPr/>
                <p14:nvPr/>
              </p14:nvContentPartPr>
              <p14:xfrm>
                <a:off x="373765" y="5440842"/>
                <a:ext cx="234000" cy="655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16ACC893-802D-481D-A551-C224ACAF47D7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369445" y="5436522"/>
                  <a:ext cx="242640" cy="74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52964ECB-97FA-4AB3-B9E9-F45BB2FAC220}"/>
              </a:ext>
            </a:extLst>
          </p:cNvPr>
          <p:cNvGrpSpPr/>
          <p:nvPr/>
        </p:nvGrpSpPr>
        <p:grpSpPr>
          <a:xfrm>
            <a:off x="2267365" y="4217562"/>
            <a:ext cx="429120" cy="764640"/>
            <a:chOff x="2267365" y="4217562"/>
            <a:chExt cx="429120" cy="764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CE17F137-C1DB-4246-A012-33F1FC2FEE7A}"/>
                    </a:ext>
                  </a:extLst>
                </p14:cNvPr>
                <p14:cNvContentPartPr/>
                <p14:nvPr/>
              </p14:nvContentPartPr>
              <p14:xfrm>
                <a:off x="2553925" y="4292442"/>
                <a:ext cx="360" cy="3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CE17F137-C1DB-4246-A012-33F1FC2FEE7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549605" y="4288122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AB0E1BA-FA09-41B0-B093-4C40A6C21E8A}"/>
                    </a:ext>
                  </a:extLst>
                </p14:cNvPr>
                <p14:cNvContentPartPr/>
                <p14:nvPr/>
              </p14:nvContentPartPr>
              <p14:xfrm>
                <a:off x="2267365" y="4217562"/>
                <a:ext cx="429120" cy="7646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AB0E1BA-FA09-41B0-B093-4C40A6C21E8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263045" y="4213242"/>
                  <a:ext cx="437760" cy="773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935555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38200"/>
          </a:xfrm>
        </p:spPr>
        <p:txBody>
          <a:bodyPr/>
          <a:lstStyle/>
          <a:p>
            <a:r>
              <a:rPr lang="en-US" b="1" dirty="0"/>
              <a:t>1. </a:t>
            </a:r>
            <a:r>
              <a:rPr lang="en-US" b="1" dirty="0" err="1"/>
              <a:t>Định</a:t>
            </a:r>
            <a:r>
              <a:rPr lang="en-US" b="1" dirty="0"/>
              <a:t> </a:t>
            </a:r>
            <a:r>
              <a:rPr lang="en-US" b="1" dirty="0" err="1"/>
              <a:t>nghĩa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6200" y="990600"/>
                <a:ext cx="8991600" cy="5257800"/>
              </a:xfr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>
                <a:normAutofit/>
              </a:bodyPr>
              <a:lstStyle/>
              <a:p>
                <a:pPr>
                  <a:buFont typeface="Arial" pitchFamily="34" charset="0"/>
                  <a:buChar char="•"/>
                </a:pPr>
                <a:r>
                  <a:rPr lang="en-US" sz="2800" dirty="0"/>
                  <a:t>Hàm </a:t>
                </a:r>
                <a:r>
                  <a:rPr lang="en-US" sz="2800" i="1" dirty="0"/>
                  <a:t>f(x)</a:t>
                </a:r>
                <a:r>
                  <a:rPr lang="en-US" sz="2800" dirty="0"/>
                  <a:t> </a:t>
                </a:r>
                <a:r>
                  <a:rPr lang="en-US" sz="2800" dirty="0" err="1"/>
                  <a:t>được</a:t>
                </a:r>
                <a:r>
                  <a:rPr lang="en-US" sz="2800" dirty="0"/>
                  <a:t> </a:t>
                </a:r>
                <a:r>
                  <a:rPr lang="en-US" sz="2800" dirty="0" err="1"/>
                  <a:t>gọi</a:t>
                </a:r>
                <a:r>
                  <a:rPr lang="en-US" sz="2800" dirty="0"/>
                  <a:t> </a:t>
                </a:r>
                <a:r>
                  <a:rPr lang="en-US" sz="2800" dirty="0" err="1"/>
                  <a:t>là</a:t>
                </a:r>
                <a:r>
                  <a:rPr lang="en-US" sz="2800" dirty="0"/>
                  <a:t> </a:t>
                </a:r>
                <a:r>
                  <a:rPr lang="en-US" sz="2800" dirty="0" err="1">
                    <a:solidFill>
                      <a:schemeClr val="accent1"/>
                    </a:solidFill>
                  </a:rPr>
                  <a:t>vô</a:t>
                </a:r>
                <a:r>
                  <a:rPr lang="en-US" sz="2800" dirty="0">
                    <a:solidFill>
                      <a:schemeClr val="accent1"/>
                    </a:solidFill>
                  </a:rPr>
                  <a:t> </a:t>
                </a:r>
                <a:r>
                  <a:rPr lang="en-US" sz="2800" dirty="0" err="1">
                    <a:solidFill>
                      <a:schemeClr val="accent1"/>
                    </a:solidFill>
                  </a:rPr>
                  <a:t>cùng</a:t>
                </a:r>
                <a:r>
                  <a:rPr lang="en-US" sz="2800" dirty="0">
                    <a:solidFill>
                      <a:schemeClr val="accent1"/>
                    </a:solidFill>
                  </a:rPr>
                  <a:t> </a:t>
                </a:r>
                <a:r>
                  <a:rPr lang="en-US" sz="2800" dirty="0" err="1">
                    <a:solidFill>
                      <a:schemeClr val="accent1"/>
                    </a:solidFill>
                  </a:rPr>
                  <a:t>lớn</a:t>
                </a:r>
                <a:r>
                  <a:rPr lang="en-US" sz="2800" dirty="0">
                    <a:solidFill>
                      <a:schemeClr val="accent1"/>
                    </a:solidFill>
                  </a:rPr>
                  <a:t> </a:t>
                </a:r>
                <a:r>
                  <a:rPr lang="en-US" sz="2800" dirty="0" err="1"/>
                  <a:t>khi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</a:rPr>
                      <m:t>𝑥</m:t>
                    </m:r>
                    <m:r>
                      <a:rPr lang="en-US" sz="2800" i="1">
                        <a:latin typeface="Cambria Math"/>
                        <a:ea typeface="Cambria Math"/>
                      </a:rPr>
                      <m:t>→</m:t>
                    </m:r>
                    <m:r>
                      <a:rPr lang="en-US" sz="2800" b="0" i="1" smtClean="0">
                        <a:latin typeface="Cambria Math"/>
                        <a:ea typeface="Cambria Math"/>
                      </a:rPr>
                      <m:t>𝑎</m:t>
                    </m:r>
                  </m:oMath>
                </a14:m>
                <a:r>
                  <a:rPr lang="en-US" sz="2800" dirty="0"/>
                  <a:t> (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/>
                      </a:rPr>
                      <m:t>𝑥</m:t>
                    </m:r>
                    <m:r>
                      <a:rPr lang="en-US" sz="2800" b="0" i="1" dirty="0" smtClean="0">
                        <a:latin typeface="Cambria Math"/>
                        <a:ea typeface="Cambria Math"/>
                      </a:rPr>
                      <m:t>≠</m:t>
                    </m:r>
                    <m:r>
                      <a:rPr lang="en-US" sz="2800" b="0" i="1" dirty="0" smtClean="0">
                        <a:latin typeface="Cambria Math"/>
                        <a:ea typeface="Cambria Math"/>
                      </a:rPr>
                      <m:t>𝑎</m:t>
                    </m:r>
                  </m:oMath>
                </a14:m>
                <a:r>
                  <a:rPr lang="en-US" sz="2800" dirty="0"/>
                  <a:t>):</a:t>
                </a:r>
              </a:p>
              <a:p>
                <a:pPr>
                  <a:buFont typeface="Arial" pitchFamily="34" charset="0"/>
                  <a:buChar char="•"/>
                </a:pPr>
                <a:endParaRPr lang="en-US" sz="2800" dirty="0"/>
              </a:p>
              <a:p>
                <a:pPr>
                  <a:buFont typeface="Arial" pitchFamily="34" charset="0"/>
                  <a:buChar char="•"/>
                </a:pPr>
                <a:endParaRPr lang="en-US" sz="2800" dirty="0"/>
              </a:p>
              <a:p>
                <a:pPr>
                  <a:buFont typeface="Arial" pitchFamily="34" charset="0"/>
                  <a:buChar char="•"/>
                </a:pPr>
                <a:r>
                  <a:rPr lang="en-US" sz="2800" b="1" i="1" dirty="0" err="1"/>
                  <a:t>Ví</a:t>
                </a:r>
                <a:r>
                  <a:rPr lang="en-US" sz="2800" b="1" i="1" dirty="0"/>
                  <a:t> </a:t>
                </a:r>
                <a:r>
                  <a:rPr lang="en-US" sz="2800" b="1" i="1" dirty="0" err="1"/>
                  <a:t>dụ</a:t>
                </a:r>
                <a:r>
                  <a:rPr lang="en-US" sz="2800" dirty="0"/>
                  <a:t>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/>
                          </a:rPr>
                          <m:t>ln</m:t>
                        </m:r>
                      </m:fName>
                      <m:e>
                        <m:r>
                          <a:rPr lang="en-US" sz="2800" b="0" i="1" smtClean="0">
                            <a:latin typeface="Cambria Math"/>
                          </a:rPr>
                          <m:t>𝑥</m:t>
                        </m:r>
                      </m:e>
                    </m:func>
                  </m:oMath>
                </a14:m>
                <a:r>
                  <a:rPr lang="en-US" sz="2800" dirty="0"/>
                  <a:t> </a:t>
                </a:r>
                <a:r>
                  <a:rPr lang="en-US" sz="2800" dirty="0" err="1"/>
                  <a:t>là</a:t>
                </a:r>
                <a:r>
                  <a:rPr lang="en-US" sz="2800" dirty="0"/>
                  <a:t> </a:t>
                </a:r>
                <a:r>
                  <a:rPr lang="en-US" sz="2800" dirty="0" err="1"/>
                  <a:t>hàm</a:t>
                </a:r>
                <a:r>
                  <a:rPr lang="en-US" sz="2800" dirty="0"/>
                  <a:t> VCL </a:t>
                </a:r>
                <a:r>
                  <a:rPr lang="en-US" sz="2800" dirty="0" err="1"/>
                  <a:t>khi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/>
                      </a:rPr>
                      <m:t>𝑥</m:t>
                    </m:r>
                    <m:r>
                      <a:rPr lang="en-US" sz="2800" b="0" i="1" smtClean="0">
                        <a:latin typeface="Cambria Math"/>
                        <a:ea typeface="Cambria Math"/>
                      </a:rPr>
                      <m:t>→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/>
                            <a:ea typeface="Cambria Math"/>
                          </a:rPr>
                          <m:t>0</m:t>
                        </m:r>
                      </m:e>
                      <m:sup>
                        <m:r>
                          <a:rPr lang="en-US" sz="2800" b="0" i="1" smtClean="0">
                            <a:latin typeface="Cambria Math"/>
                            <a:ea typeface="Cambria Math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2800" dirty="0"/>
                  <a:t>, </a:t>
                </a:r>
                <a:r>
                  <a:rPr lang="en-US" sz="2800" dirty="0" err="1"/>
                  <a:t>kí</a:t>
                </a:r>
                <a:r>
                  <a:rPr lang="en-US" sz="2800" dirty="0"/>
                  <a:t> </a:t>
                </a:r>
                <a:r>
                  <a:rPr lang="en-US" sz="2800" dirty="0" err="1"/>
                  <a:t>hiệu</a:t>
                </a:r>
                <a:r>
                  <a:rPr lang="en-US" sz="2800" dirty="0"/>
                  <a:t>: </a:t>
                </a:r>
              </a:p>
              <a:p>
                <a:pPr marL="0" indent="0">
                  <a:lnSpc>
                    <a:spcPct val="150000"/>
                  </a:lnSpc>
                  <a:spcBef>
                    <a:spcPts val="12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8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800" i="0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28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sz="28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  <a:ea typeface="Cambria Math"/>
                                </a:rPr>
                                <m:t>→</m:t>
                              </m:r>
                              <m:sSup>
                                <m:sSupPr>
                                  <m:ctrlPr>
                                    <a:rPr lang="en-US" sz="28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0</m:t>
                                  </m:r>
                                </m:e>
                                <m:sup>
                                  <m:r>
                                    <a:rPr lang="en-US" sz="28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+</m:t>
                                  </m:r>
                                </m:sup>
                              </m:sSup>
                            </m:lim>
                          </m:limLow>
                        </m:fName>
                        <m:e>
                          <m:func>
                            <m:funcPr>
                              <m:ctrlPr>
                                <a:rPr lang="en-US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en-US" sz="28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</m:func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=−</m:t>
                          </m:r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∞</m:t>
                          </m:r>
                        </m:e>
                      </m:func>
                    </m:oMath>
                  </m:oMathPara>
                </a14:m>
                <a:endParaRPr lang="en-US" sz="2800" dirty="0"/>
              </a:p>
              <a:p>
                <a:endParaRPr lang="en-US" sz="2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" y="990600"/>
                <a:ext cx="8991600" cy="5257800"/>
              </a:xfrm>
              <a:blipFill rotWithShape="1">
                <a:blip r:embed="rId3"/>
                <a:stretch>
                  <a:fillRect l="-1082" t="-9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8DCE5-3A04-4675-88E4-41717DB3DBD3}" type="datetime1">
              <a:rPr lang="en-US" smtClean="0"/>
              <a:t>10/6/2021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Giải Tích I</a:t>
            </a:r>
            <a:endParaRPr lang="en-US" dirty="0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8315700"/>
              </p:ext>
            </p:extLst>
          </p:nvPr>
        </p:nvGraphicFramePr>
        <p:xfrm>
          <a:off x="533400" y="1701800"/>
          <a:ext cx="82804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77" name="Equation" r:id="rId4" imgW="8280360" imgH="609480" progId="Equation.DSMT4">
                  <p:embed/>
                </p:oleObj>
              </mc:Choice>
              <mc:Fallback>
                <p:oleObj name="Equation" r:id="rId4" imgW="8280360" imgH="60948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1701800"/>
                        <a:ext cx="82804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2467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3630796"/>
            <a:ext cx="3676650" cy="25414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2469" name="Picture 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987" y="3657600"/>
            <a:ext cx="3000375" cy="25693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FAF529DC-7C06-410D-B27E-BB29DD64E915}"/>
              </a:ext>
            </a:extLst>
          </p:cNvPr>
          <p:cNvGrpSpPr/>
          <p:nvPr/>
        </p:nvGrpSpPr>
        <p:grpSpPr>
          <a:xfrm>
            <a:off x="1071445" y="1399482"/>
            <a:ext cx="756000" cy="154440"/>
            <a:chOff x="1071445" y="1399482"/>
            <a:chExt cx="756000" cy="154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B5F5C63-A1DA-4A43-B89F-9EFCA137477D}"/>
                    </a:ext>
                  </a:extLst>
                </p14:cNvPr>
                <p14:cNvContentPartPr/>
                <p14:nvPr/>
              </p14:nvContentPartPr>
              <p14:xfrm>
                <a:off x="1087645" y="1399482"/>
                <a:ext cx="4320" cy="342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B5F5C63-A1DA-4A43-B89F-9EFCA137477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83325" y="1395162"/>
                  <a:ext cx="1296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F01EF7E-B86A-4774-98AC-B3BBECA20979}"/>
                    </a:ext>
                  </a:extLst>
                </p14:cNvPr>
                <p14:cNvContentPartPr/>
                <p14:nvPr/>
              </p14:nvContentPartPr>
              <p14:xfrm>
                <a:off x="1071445" y="1491642"/>
                <a:ext cx="756000" cy="622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F01EF7E-B86A-4774-98AC-B3BBECA2097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67125" y="1487322"/>
                  <a:ext cx="764640" cy="70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550C3CB-EA83-48A9-BA86-12A819FF5F88}"/>
              </a:ext>
            </a:extLst>
          </p:cNvPr>
          <p:cNvGrpSpPr/>
          <p:nvPr/>
        </p:nvGrpSpPr>
        <p:grpSpPr>
          <a:xfrm>
            <a:off x="2431885" y="1701162"/>
            <a:ext cx="2544120" cy="988920"/>
            <a:chOff x="2431885" y="1701162"/>
            <a:chExt cx="2544120" cy="988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F4829F0-E97F-4B9F-98FA-128F8C7FED9F}"/>
                    </a:ext>
                  </a:extLst>
                </p14:cNvPr>
                <p14:cNvContentPartPr/>
                <p14:nvPr/>
              </p14:nvContentPartPr>
              <p14:xfrm>
                <a:off x="2663005" y="2108322"/>
                <a:ext cx="35280" cy="118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F4829F0-E97F-4B9F-98FA-128F8C7FED9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658685" y="2104002"/>
                  <a:ext cx="4392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71F1995-DAB0-4892-91C3-5A65C9D8675C}"/>
                    </a:ext>
                  </a:extLst>
                </p14:cNvPr>
                <p14:cNvContentPartPr/>
                <p14:nvPr/>
              </p14:nvContentPartPr>
              <p14:xfrm>
                <a:off x="2431885" y="1701162"/>
                <a:ext cx="606240" cy="5594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71F1995-DAB0-4892-91C3-5A65C9D8675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427565" y="1696842"/>
                  <a:ext cx="614880" cy="56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387A854-216E-417E-9993-4741F0456450}"/>
                    </a:ext>
                  </a:extLst>
                </p14:cNvPr>
                <p14:cNvContentPartPr/>
                <p14:nvPr/>
              </p14:nvContentPartPr>
              <p14:xfrm>
                <a:off x="2768125" y="2226402"/>
                <a:ext cx="190800" cy="3380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387A854-216E-417E-9993-4741F045645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763805" y="2222082"/>
                  <a:ext cx="19944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956EC80-77EC-45A7-9913-1E1638C2D469}"/>
                    </a:ext>
                  </a:extLst>
                </p14:cNvPr>
                <p14:cNvContentPartPr/>
                <p14:nvPr/>
              </p14:nvContentPartPr>
              <p14:xfrm>
                <a:off x="3114445" y="2357082"/>
                <a:ext cx="97920" cy="309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956EC80-77EC-45A7-9913-1E1638C2D46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110125" y="2352762"/>
                  <a:ext cx="10656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637CD58-5D66-4255-8B0F-F8DD7E0D09CF}"/>
                    </a:ext>
                  </a:extLst>
                </p14:cNvPr>
                <p14:cNvContentPartPr/>
                <p14:nvPr/>
              </p14:nvContentPartPr>
              <p14:xfrm>
                <a:off x="3311725" y="2226402"/>
                <a:ext cx="651960" cy="3949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637CD58-5D66-4255-8B0F-F8DD7E0D09C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307405" y="2222082"/>
                  <a:ext cx="660600" cy="40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01062BC-5701-4BB0-8504-CAACCC5426EA}"/>
                    </a:ext>
                  </a:extLst>
                </p14:cNvPr>
                <p14:cNvContentPartPr/>
                <p14:nvPr/>
              </p14:nvContentPartPr>
              <p14:xfrm>
                <a:off x="3785485" y="2346642"/>
                <a:ext cx="39240" cy="961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01062BC-5701-4BB0-8504-CAACCC5426E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781165" y="2342322"/>
                  <a:ext cx="4788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1888967-A78A-45BE-A6E6-CBFFB1BBAF46}"/>
                    </a:ext>
                  </a:extLst>
                </p14:cNvPr>
                <p14:cNvContentPartPr/>
                <p14:nvPr/>
              </p14:nvContentPartPr>
              <p14:xfrm>
                <a:off x="3868645" y="2233242"/>
                <a:ext cx="113400" cy="752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1888967-A78A-45BE-A6E6-CBFFB1BBAF4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864325" y="2228922"/>
                  <a:ext cx="12204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00ED695-6131-4E4D-BF3D-C28782EDD68B}"/>
                    </a:ext>
                  </a:extLst>
                </p14:cNvPr>
                <p14:cNvContentPartPr/>
                <p14:nvPr/>
              </p14:nvContentPartPr>
              <p14:xfrm>
                <a:off x="4072405" y="2186442"/>
                <a:ext cx="387000" cy="5036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00ED695-6131-4E4D-BF3D-C28782EDD68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068085" y="2182122"/>
                  <a:ext cx="395640" cy="51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E812D45-A2C4-42AD-860D-ACFC0D59FA86}"/>
                    </a:ext>
                  </a:extLst>
                </p14:cNvPr>
                <p14:cNvContentPartPr/>
                <p14:nvPr/>
              </p14:nvContentPartPr>
              <p14:xfrm>
                <a:off x="4401805" y="2507922"/>
                <a:ext cx="183600" cy="810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E812D45-A2C4-42AD-860D-ACFC0D59FA8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397485" y="2503602"/>
                  <a:ext cx="19224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B35FBAA-99BD-436B-8DFE-460F99147404}"/>
                    </a:ext>
                  </a:extLst>
                </p14:cNvPr>
                <p14:cNvContentPartPr/>
                <p14:nvPr/>
              </p14:nvContentPartPr>
              <p14:xfrm>
                <a:off x="4625005" y="2443122"/>
                <a:ext cx="117000" cy="1036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B35FBAA-99BD-436B-8DFE-460F9914740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620685" y="2438802"/>
                  <a:ext cx="12564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6D03047-806D-47FA-AA33-9FFE3A353453}"/>
                    </a:ext>
                  </a:extLst>
                </p14:cNvPr>
                <p14:cNvContentPartPr/>
                <p14:nvPr/>
              </p14:nvContentPartPr>
              <p14:xfrm>
                <a:off x="4501885" y="2674962"/>
                <a:ext cx="51120" cy="97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6D03047-806D-47FA-AA33-9FFE3A35345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497565" y="2670642"/>
                  <a:ext cx="59760" cy="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448F5C8-9902-44C2-AA5C-0C3C2CD7B6C0}"/>
                    </a:ext>
                  </a:extLst>
                </p14:cNvPr>
                <p14:cNvContentPartPr/>
                <p14:nvPr/>
              </p14:nvContentPartPr>
              <p14:xfrm>
                <a:off x="4971685" y="2537082"/>
                <a:ext cx="4320" cy="97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448F5C8-9902-44C2-AA5C-0C3C2CD7B6C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967365" y="2532762"/>
                  <a:ext cx="12960" cy="1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C14D7C4-DE6E-4D78-B56E-5D39DDF1C992}"/>
              </a:ext>
            </a:extLst>
          </p:cNvPr>
          <p:cNvGrpSpPr/>
          <p:nvPr/>
        </p:nvGrpSpPr>
        <p:grpSpPr>
          <a:xfrm>
            <a:off x="6601405" y="2969082"/>
            <a:ext cx="2381760" cy="650880"/>
            <a:chOff x="6601405" y="2969082"/>
            <a:chExt cx="2381760" cy="650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5647F51-D43F-4808-BB31-0A08A09F5E32}"/>
                    </a:ext>
                  </a:extLst>
                </p14:cNvPr>
                <p14:cNvContentPartPr/>
                <p14:nvPr/>
              </p14:nvContentPartPr>
              <p14:xfrm>
                <a:off x="6750805" y="3105882"/>
                <a:ext cx="17280" cy="154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5647F51-D43F-4808-BB31-0A08A09F5E3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746485" y="3101562"/>
                  <a:ext cx="2592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D0A3A87-E74C-4BBD-866A-FDD339C64E81}"/>
                    </a:ext>
                  </a:extLst>
                </p14:cNvPr>
                <p14:cNvContentPartPr/>
                <p14:nvPr/>
              </p14:nvContentPartPr>
              <p14:xfrm>
                <a:off x="6601405" y="3126762"/>
                <a:ext cx="2222280" cy="4089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D0A3A87-E74C-4BBD-866A-FDD339C64E8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597085" y="3122442"/>
                  <a:ext cx="2230920" cy="41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1DD6112-BD48-48F8-BE25-69DD299BA04B}"/>
                    </a:ext>
                  </a:extLst>
                </p14:cNvPr>
                <p14:cNvContentPartPr/>
                <p14:nvPr/>
              </p14:nvContentPartPr>
              <p14:xfrm>
                <a:off x="8674645" y="3368682"/>
                <a:ext cx="83880" cy="2512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1DD6112-BD48-48F8-BE25-69DD299BA04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670325" y="3364362"/>
                  <a:ext cx="9252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2F15403-0CFD-44AA-8805-3CD41CC907D6}"/>
                    </a:ext>
                  </a:extLst>
                </p14:cNvPr>
                <p14:cNvContentPartPr/>
                <p14:nvPr/>
              </p14:nvContentPartPr>
              <p14:xfrm>
                <a:off x="8787325" y="2984202"/>
                <a:ext cx="70920" cy="1893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2F15403-0CFD-44AA-8805-3CD41CC907D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783005" y="2979882"/>
                  <a:ext cx="7956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16708FF-63FB-4F3D-8F47-2E475DF37090}"/>
                    </a:ext>
                  </a:extLst>
                </p14:cNvPr>
                <p14:cNvContentPartPr/>
                <p14:nvPr/>
              </p14:nvContentPartPr>
              <p14:xfrm>
                <a:off x="8885605" y="2969082"/>
                <a:ext cx="97560" cy="1335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16708FF-63FB-4F3D-8F47-2E475DF3709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881285" y="2964762"/>
                  <a:ext cx="10620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CFF7ECA-7F90-4DFE-9C12-830D49C36BC1}"/>
                    </a:ext>
                  </a:extLst>
                </p14:cNvPr>
                <p14:cNvContentPartPr/>
                <p14:nvPr/>
              </p14:nvContentPartPr>
              <p14:xfrm>
                <a:off x="7683925" y="3193722"/>
                <a:ext cx="34200" cy="687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CFF7ECA-7F90-4DFE-9C12-830D49C36BC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679605" y="3189402"/>
                  <a:ext cx="42840" cy="77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720395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24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24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24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24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24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24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067800" cy="838200"/>
          </a:xfrm>
        </p:spPr>
        <p:txBody>
          <a:bodyPr/>
          <a:lstStyle/>
          <a:p>
            <a:r>
              <a:rPr lang="en-US" b="1" dirty="0" err="1"/>
              <a:t>Giới</a:t>
            </a:r>
            <a:r>
              <a:rPr lang="en-US" b="1" dirty="0"/>
              <a:t> </a:t>
            </a:r>
            <a:r>
              <a:rPr lang="en-US" b="1" dirty="0" err="1"/>
              <a:t>hạn</a:t>
            </a:r>
            <a:r>
              <a:rPr lang="en-US" b="1" dirty="0"/>
              <a:t> </a:t>
            </a:r>
            <a:r>
              <a:rPr lang="en-US" b="1" dirty="0" err="1"/>
              <a:t>một</a:t>
            </a:r>
            <a:r>
              <a:rPr lang="en-US" b="1" dirty="0"/>
              <a:t> </a:t>
            </a:r>
            <a:r>
              <a:rPr lang="en-US" b="1" dirty="0" err="1"/>
              <a:t>phía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990600"/>
            <a:ext cx="8991600" cy="5410200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spcBef>
                <a:spcPts val="1000"/>
              </a:spcBef>
            </a:pPr>
            <a:r>
              <a:rPr lang="en-US" sz="2600" dirty="0" err="1"/>
              <a:t>Nếu</a:t>
            </a:r>
            <a:r>
              <a:rPr lang="en-US" sz="2600" dirty="0"/>
              <a:t> </a:t>
            </a:r>
            <a:r>
              <a:rPr lang="en-US" sz="2600" dirty="0" err="1"/>
              <a:t>tồn</a:t>
            </a:r>
            <a:r>
              <a:rPr lang="en-US" sz="2600" dirty="0"/>
              <a:t> </a:t>
            </a:r>
            <a:r>
              <a:rPr lang="en-US" sz="2600" dirty="0" err="1"/>
              <a:t>tại</a:t>
            </a:r>
            <a:r>
              <a:rPr lang="en-US" sz="2600" dirty="0"/>
              <a:t> </a:t>
            </a:r>
            <a:r>
              <a:rPr lang="en-US" sz="2600" dirty="0" err="1"/>
              <a:t>lim</a:t>
            </a:r>
            <a:r>
              <a:rPr lang="en-US" sz="2600" dirty="0"/>
              <a:t> </a:t>
            </a:r>
            <a:r>
              <a:rPr lang="en-US" sz="2600" i="1" dirty="0"/>
              <a:t>f(x) </a:t>
            </a:r>
            <a:r>
              <a:rPr lang="en-US" sz="2600" dirty="0" err="1"/>
              <a:t>khi</a:t>
            </a:r>
            <a:r>
              <a:rPr lang="en-US" sz="2600" dirty="0"/>
              <a:t> </a:t>
            </a:r>
            <a:r>
              <a:rPr lang="en-US" sz="2600" i="1" dirty="0"/>
              <a:t>x→x</a:t>
            </a:r>
            <a:r>
              <a:rPr lang="en-US" sz="2600" i="1" baseline="-25000" dirty="0"/>
              <a:t>0</a:t>
            </a:r>
            <a:r>
              <a:rPr lang="en-US" sz="2600" dirty="0"/>
              <a:t> (</a:t>
            </a:r>
            <a:r>
              <a:rPr lang="en-US" sz="2600" dirty="0" err="1"/>
              <a:t>hữu</a:t>
            </a:r>
            <a:r>
              <a:rPr lang="en-US" sz="2600" dirty="0"/>
              <a:t> </a:t>
            </a:r>
            <a:r>
              <a:rPr lang="en-US" sz="2600" dirty="0" err="1"/>
              <a:t>hạn</a:t>
            </a:r>
            <a:r>
              <a:rPr lang="en-US" sz="2600" dirty="0"/>
              <a:t>) </a:t>
            </a:r>
            <a:r>
              <a:rPr lang="en-US" sz="2600" dirty="0" err="1"/>
              <a:t>thỏa</a:t>
            </a:r>
            <a:r>
              <a:rPr lang="en-US" sz="2600" dirty="0"/>
              <a:t> </a:t>
            </a:r>
            <a:r>
              <a:rPr lang="en-US" sz="2600" dirty="0" err="1"/>
              <a:t>mãn</a:t>
            </a:r>
            <a:r>
              <a:rPr lang="en-US" sz="2600" dirty="0"/>
              <a:t>:</a:t>
            </a:r>
          </a:p>
          <a:p>
            <a:pPr>
              <a:spcBef>
                <a:spcPts val="1000"/>
              </a:spcBef>
            </a:pPr>
            <a:r>
              <a:rPr lang="en-US" sz="2600" dirty="0" err="1"/>
              <a:t>thì</a:t>
            </a:r>
            <a:r>
              <a:rPr lang="en-US" sz="2600" dirty="0"/>
              <a:t> </a:t>
            </a:r>
            <a:r>
              <a:rPr lang="en-US" sz="2600" dirty="0" err="1"/>
              <a:t>các</a:t>
            </a:r>
            <a:r>
              <a:rPr lang="en-US" sz="2600" dirty="0"/>
              <a:t> </a:t>
            </a:r>
            <a:r>
              <a:rPr lang="en-US" sz="2600" dirty="0" err="1"/>
              <a:t>giới</a:t>
            </a:r>
            <a:r>
              <a:rPr lang="en-US" sz="2600" dirty="0"/>
              <a:t> </a:t>
            </a:r>
            <a:r>
              <a:rPr lang="en-US" sz="2600" dirty="0" err="1"/>
              <a:t>hạn</a:t>
            </a:r>
            <a:r>
              <a:rPr lang="en-US" sz="2600" dirty="0"/>
              <a:t> </a:t>
            </a:r>
            <a:r>
              <a:rPr lang="en-US" sz="2600" dirty="0" err="1"/>
              <a:t>đó</a:t>
            </a:r>
            <a:r>
              <a:rPr lang="en-US" sz="2600" dirty="0"/>
              <a:t> </a:t>
            </a:r>
            <a:r>
              <a:rPr lang="en-US" sz="2600" dirty="0" err="1"/>
              <a:t>gọi</a:t>
            </a:r>
            <a:r>
              <a:rPr lang="en-US" sz="2600" dirty="0"/>
              <a:t> </a:t>
            </a:r>
            <a:r>
              <a:rPr lang="en-US" sz="2600" dirty="0" err="1"/>
              <a:t>là</a:t>
            </a:r>
            <a:r>
              <a:rPr lang="en-US" sz="2600" dirty="0"/>
              <a:t> </a:t>
            </a:r>
            <a:r>
              <a:rPr lang="en-US" sz="2600" dirty="0" err="1"/>
              <a:t>giới</a:t>
            </a:r>
            <a:r>
              <a:rPr lang="en-US" sz="2600" dirty="0"/>
              <a:t> </a:t>
            </a:r>
            <a:r>
              <a:rPr lang="en-US" sz="2600" dirty="0" err="1"/>
              <a:t>hạn</a:t>
            </a:r>
            <a:r>
              <a:rPr lang="en-US" sz="2600" dirty="0"/>
              <a:t> </a:t>
            </a:r>
            <a:r>
              <a:rPr lang="en-US" sz="2600" dirty="0" err="1"/>
              <a:t>một</a:t>
            </a:r>
            <a:r>
              <a:rPr lang="en-US" sz="2600" dirty="0"/>
              <a:t> </a:t>
            </a:r>
            <a:r>
              <a:rPr lang="en-US" sz="2600" dirty="0" err="1"/>
              <a:t>phía</a:t>
            </a:r>
            <a:r>
              <a:rPr lang="en-US" sz="2600" dirty="0"/>
              <a:t>;</a:t>
            </a: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8283143"/>
              </p:ext>
            </p:extLst>
          </p:nvPr>
        </p:nvGraphicFramePr>
        <p:xfrm>
          <a:off x="6858000" y="1066800"/>
          <a:ext cx="2057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164" name="Equation" r:id="rId3" imgW="2057400" imgH="393480" progId="Equation.DSMT4">
                  <p:embed/>
                </p:oleObj>
              </mc:Choice>
              <mc:Fallback>
                <p:oleObj name="Equation" r:id="rId3" imgW="205740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858000" y="1066800"/>
                        <a:ext cx="20574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3556609"/>
              </p:ext>
            </p:extLst>
          </p:nvPr>
        </p:nvGraphicFramePr>
        <p:xfrm>
          <a:off x="762000" y="2057400"/>
          <a:ext cx="73787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165" name="Equation" r:id="rId5" imgW="7378560" imgH="457200" progId="Equation.DSMT4">
                  <p:embed/>
                </p:oleObj>
              </mc:Choice>
              <mc:Fallback>
                <p:oleObj name="Equation" r:id="rId5" imgW="737856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62000" y="2057400"/>
                        <a:ext cx="7378700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9748249"/>
              </p:ext>
            </p:extLst>
          </p:nvPr>
        </p:nvGraphicFramePr>
        <p:xfrm>
          <a:off x="762000" y="2679700"/>
          <a:ext cx="25527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166" name="Equation" r:id="rId7" imgW="2552400" imgH="596880" progId="Equation.DSMT4">
                  <p:embed/>
                </p:oleObj>
              </mc:Choice>
              <mc:Fallback>
                <p:oleObj name="Equation" r:id="rId7" imgW="255240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62000" y="2679700"/>
                        <a:ext cx="25527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038600" y="2679700"/>
            <a:ext cx="3276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Giới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hạn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trái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điểm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x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0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3" name="Straight Arrow Connector 12"/>
          <p:cNvCxnSpPr>
            <a:endCxn id="10" idx="1"/>
          </p:cNvCxnSpPr>
          <p:nvPr/>
        </p:nvCxnSpPr>
        <p:spPr>
          <a:xfrm>
            <a:off x="3429000" y="2910532"/>
            <a:ext cx="609600" cy="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2B1A2-63FD-4A92-A4D1-8668E9C54BF2}" type="datetime1">
              <a:rPr lang="en-US" smtClean="0"/>
              <a:t>10/6/2021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Giải Tích I</a:t>
            </a:r>
            <a:endParaRPr lang="en-US" dirty="0"/>
          </a:p>
        </p:txBody>
      </p:sp>
      <p:sp>
        <p:nvSpPr>
          <p:cNvPr id="4" name="Rectangle 7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5071336"/>
              </p:ext>
            </p:extLst>
          </p:nvPr>
        </p:nvGraphicFramePr>
        <p:xfrm>
          <a:off x="685800" y="3505200"/>
          <a:ext cx="4622800" cy="1238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167" name="Equation" r:id="rId9" imgW="4622760" imgH="1244520" progId="Equation.DSMT4">
                  <p:embed/>
                </p:oleObj>
              </mc:Choice>
              <mc:Fallback>
                <p:oleObj name="Equation" r:id="rId9" imgW="4622760" imgH="1244520" progId="Equation.DSMT4">
                  <p:embed/>
                  <p:pic>
                    <p:nvPicPr>
                      <p:cNvPr id="0" name="Object 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3505200"/>
                        <a:ext cx="4622800" cy="1238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9123" name="Picture 211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4038600"/>
            <a:ext cx="3804003" cy="2312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83019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38200"/>
          </a:xfrm>
        </p:spPr>
        <p:txBody>
          <a:bodyPr/>
          <a:lstStyle/>
          <a:p>
            <a:r>
              <a:rPr lang="en-US" b="1" dirty="0" err="1"/>
              <a:t>Giới</a:t>
            </a:r>
            <a:r>
              <a:rPr lang="en-US" b="1" dirty="0"/>
              <a:t> </a:t>
            </a:r>
            <a:r>
              <a:rPr lang="en-US" b="1" dirty="0" err="1"/>
              <a:t>hạn</a:t>
            </a:r>
            <a:r>
              <a:rPr lang="en-US" b="1" dirty="0"/>
              <a:t> </a:t>
            </a:r>
            <a:r>
              <a:rPr lang="en-US" b="1" dirty="0" err="1"/>
              <a:t>một</a:t>
            </a:r>
            <a:r>
              <a:rPr lang="en-US" b="1" dirty="0"/>
              <a:t> </a:t>
            </a:r>
            <a:r>
              <a:rPr lang="en-US" b="1" dirty="0" err="1"/>
              <a:t>phía</a:t>
            </a:r>
            <a:endParaRPr lang="en-US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8DCE5-3A04-4675-88E4-41717DB3DBD3}" type="datetime1">
              <a:rPr lang="en-US" smtClean="0"/>
              <a:t>10/6/2021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Giải Tích I</a:t>
            </a:r>
            <a:endParaRPr lang="en-US" dirty="0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3601787"/>
              </p:ext>
            </p:extLst>
          </p:nvPr>
        </p:nvGraphicFramePr>
        <p:xfrm>
          <a:off x="596900" y="990600"/>
          <a:ext cx="27305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84" name="Equation" r:id="rId3" imgW="2730240" imgH="634680" progId="Equation.DSMT4">
                  <p:embed/>
                </p:oleObj>
              </mc:Choice>
              <mc:Fallback>
                <p:oleObj name="Equation" r:id="rId3" imgW="2730240" imgH="634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96900" y="990600"/>
                        <a:ext cx="2730500" cy="635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038600" y="990600"/>
            <a:ext cx="3276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Giới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hạn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phải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điểm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x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0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8" name="Straight Arrow Connector 7"/>
          <p:cNvCxnSpPr>
            <a:endCxn id="7" idx="1"/>
          </p:cNvCxnSpPr>
          <p:nvPr/>
        </p:nvCxnSpPr>
        <p:spPr>
          <a:xfrm>
            <a:off x="3429000" y="1221432"/>
            <a:ext cx="609600" cy="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221904"/>
              </p:ext>
            </p:extLst>
          </p:nvPr>
        </p:nvGraphicFramePr>
        <p:xfrm>
          <a:off x="533400" y="1828800"/>
          <a:ext cx="4622800" cy="1263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85" name="Equation" r:id="rId5" imgW="4622760" imgH="1269720" progId="Equation.DSMT4">
                  <p:embed/>
                </p:oleObj>
              </mc:Choice>
              <mc:Fallback>
                <p:oleObj name="Equation" r:id="rId5" imgW="4622760" imgH="126972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1828800"/>
                        <a:ext cx="4622800" cy="1263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3159" name="Picture 151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3454400"/>
            <a:ext cx="3986935" cy="2424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822724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067800" cy="838200"/>
          </a:xfrm>
        </p:spPr>
        <p:txBody>
          <a:bodyPr/>
          <a:lstStyle/>
          <a:p>
            <a:r>
              <a:rPr lang="en-US" b="1" dirty="0" err="1"/>
              <a:t>Giới</a:t>
            </a:r>
            <a:r>
              <a:rPr lang="en-US" b="1" dirty="0"/>
              <a:t> </a:t>
            </a:r>
            <a:r>
              <a:rPr lang="en-US" b="1" dirty="0" err="1"/>
              <a:t>hạn</a:t>
            </a:r>
            <a:r>
              <a:rPr lang="en-US" b="1" dirty="0"/>
              <a:t> </a:t>
            </a:r>
            <a:r>
              <a:rPr lang="en-US" b="1" dirty="0" err="1"/>
              <a:t>một</a:t>
            </a:r>
            <a:r>
              <a:rPr lang="en-US" b="1" dirty="0"/>
              <a:t> </a:t>
            </a:r>
            <a:r>
              <a:rPr lang="en-US" b="1" dirty="0" err="1"/>
              <a:t>phía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990600"/>
            <a:ext cx="8991600" cy="5334000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2800" i="1" u="sng" dirty="0" err="1">
                <a:solidFill>
                  <a:srgbClr val="FF0000"/>
                </a:solidFill>
              </a:rPr>
              <a:t>Chú</a:t>
            </a:r>
            <a:r>
              <a:rPr lang="en-US" sz="2800" i="1" u="sng" dirty="0">
                <a:solidFill>
                  <a:srgbClr val="FF0000"/>
                </a:solidFill>
              </a:rPr>
              <a:t> ý.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/>
              <a:t>Tại</a:t>
            </a:r>
            <a:r>
              <a:rPr lang="en-US" sz="2800" dirty="0"/>
              <a:t> </a:t>
            </a:r>
            <a:r>
              <a:rPr lang="en-US" sz="2800" i="1" dirty="0"/>
              <a:t>x = x</a:t>
            </a:r>
            <a:r>
              <a:rPr lang="en-US" sz="2800" i="1" baseline="-25000" dirty="0"/>
              <a:t>0</a:t>
            </a:r>
            <a:r>
              <a:rPr lang="en-US" sz="2800" i="1" dirty="0"/>
              <a:t> </a:t>
            </a:r>
            <a:r>
              <a:rPr lang="en-US" sz="2800" dirty="0" err="1"/>
              <a:t>có</a:t>
            </a:r>
            <a:r>
              <a:rPr lang="en-US" sz="2800" dirty="0"/>
              <a:t> </a:t>
            </a:r>
            <a:r>
              <a:rPr lang="en-US" sz="2800" dirty="0" err="1"/>
              <a:t>thể</a:t>
            </a:r>
            <a:r>
              <a:rPr lang="en-US" sz="2800" dirty="0"/>
              <a:t> </a:t>
            </a:r>
            <a:r>
              <a:rPr lang="en-US" sz="2800" dirty="0" err="1"/>
              <a:t>hàm</a:t>
            </a:r>
            <a:r>
              <a:rPr lang="en-US" sz="2800" dirty="0"/>
              <a:t> </a:t>
            </a:r>
            <a:r>
              <a:rPr lang="en-US" sz="2800" dirty="0" err="1"/>
              <a:t>số</a:t>
            </a:r>
            <a:r>
              <a:rPr lang="en-US" sz="2800" dirty="0"/>
              <a:t> </a:t>
            </a:r>
            <a:r>
              <a:rPr lang="en-US" sz="2800" i="1" dirty="0"/>
              <a:t>f(x) </a:t>
            </a:r>
            <a:r>
              <a:rPr lang="en-US" sz="2800" dirty="0" err="1"/>
              <a:t>không</a:t>
            </a:r>
            <a:r>
              <a:rPr lang="en-US" sz="2800" dirty="0"/>
              <a:t> </a:t>
            </a:r>
            <a:r>
              <a:rPr lang="en-US" sz="2800" dirty="0" err="1"/>
              <a:t>xác</a:t>
            </a:r>
            <a:r>
              <a:rPr lang="en-US" sz="2800" dirty="0"/>
              <a:t> </a:t>
            </a:r>
            <a:r>
              <a:rPr lang="en-US" sz="2800" dirty="0" err="1"/>
              <a:t>định</a:t>
            </a:r>
            <a:r>
              <a:rPr lang="en-US" sz="2800" dirty="0"/>
              <a:t>, </a:t>
            </a:r>
            <a:r>
              <a:rPr lang="en-US" sz="2800" dirty="0" err="1"/>
              <a:t>hoặc</a:t>
            </a:r>
            <a:r>
              <a:rPr lang="en-US" sz="2800" dirty="0"/>
              <a:t>  </a:t>
            </a:r>
          </a:p>
          <a:p>
            <a:endParaRPr lang="en-US" sz="2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8DCE5-3A04-4675-88E4-41717DB3DBD3}" type="datetime1">
              <a:rPr lang="en-US" smtClean="0"/>
              <a:t>10/6/2021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Giải Tích I</a:t>
            </a:r>
            <a:endParaRPr lang="en-US" dirty="0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8634418"/>
              </p:ext>
            </p:extLst>
          </p:nvPr>
        </p:nvGraphicFramePr>
        <p:xfrm>
          <a:off x="3505200" y="1676400"/>
          <a:ext cx="21844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3" name="Equation" r:id="rId3" imgW="2184120" imgH="495000" progId="Equation.DSMT4">
                  <p:embed/>
                </p:oleObj>
              </mc:Choice>
              <mc:Fallback>
                <p:oleObj name="Equation" r:id="rId3" imgW="2184120" imgH="4950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1676400"/>
                        <a:ext cx="21844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5605960"/>
              </p:ext>
            </p:extLst>
          </p:nvPr>
        </p:nvGraphicFramePr>
        <p:xfrm>
          <a:off x="2057400" y="5600700"/>
          <a:ext cx="49403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4" name="Equation" r:id="rId5" imgW="4940280" imgH="571320" progId="Equation.DSMT4">
                  <p:embed/>
                </p:oleObj>
              </mc:Choice>
              <mc:Fallback>
                <p:oleObj name="Equation" r:id="rId5" imgW="4940280" imgH="57132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5600700"/>
                        <a:ext cx="4940300" cy="5715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1444" name="Picture 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126" y="2406313"/>
            <a:ext cx="4304874" cy="3080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54966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Giới</a:t>
            </a:r>
            <a:r>
              <a:rPr lang="en-US" b="1" dirty="0"/>
              <a:t> </a:t>
            </a:r>
            <a:r>
              <a:rPr lang="en-US" b="1" dirty="0" err="1"/>
              <a:t>hạn</a:t>
            </a:r>
            <a:r>
              <a:rPr lang="en-US" b="1" dirty="0"/>
              <a:t> </a:t>
            </a:r>
            <a:r>
              <a:rPr lang="en-US" b="1" dirty="0" err="1"/>
              <a:t>một</a:t>
            </a:r>
            <a:r>
              <a:rPr lang="en-US" b="1" dirty="0"/>
              <a:t> </a:t>
            </a:r>
            <a:r>
              <a:rPr lang="en-US" b="1" dirty="0" err="1"/>
              <a:t>phía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19200"/>
            <a:ext cx="8686800" cy="76200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b="1" i="1" u="sng" dirty="0" err="1"/>
              <a:t>Ví</a:t>
            </a:r>
            <a:r>
              <a:rPr lang="en-US" b="1" i="1" u="sng" dirty="0"/>
              <a:t> </a:t>
            </a:r>
            <a:r>
              <a:rPr lang="en-US" b="1" i="1" u="sng" dirty="0" err="1"/>
              <a:t>dụ</a:t>
            </a:r>
            <a:r>
              <a:rPr lang="en-US" b="1" i="1" u="sng" dirty="0"/>
              <a:t> 1</a:t>
            </a:r>
            <a:r>
              <a:rPr lang="en-US" dirty="0"/>
              <a:t>: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nghĩa</a:t>
            </a:r>
            <a:r>
              <a:rPr lang="en-US" dirty="0"/>
              <a:t>, </a:t>
            </a:r>
            <a:r>
              <a:rPr lang="en-US" dirty="0" err="1"/>
              <a:t>chứng</a:t>
            </a:r>
            <a:r>
              <a:rPr lang="en-US" dirty="0"/>
              <a:t> minh </a:t>
            </a:r>
            <a:r>
              <a:rPr lang="en-US" dirty="0" err="1"/>
              <a:t>rằng</a:t>
            </a:r>
            <a:r>
              <a:rPr lang="en-US" dirty="0"/>
              <a:t>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8DCE5-3A04-4675-88E4-41717DB3DBD3}" type="datetime1">
              <a:rPr lang="en-US" smtClean="0"/>
              <a:t>10/6/2021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Giải Tích I</a:t>
            </a:r>
            <a:endParaRPr lang="en-US" dirty="0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2896030"/>
              </p:ext>
            </p:extLst>
          </p:nvPr>
        </p:nvGraphicFramePr>
        <p:xfrm>
          <a:off x="5816600" y="1333500"/>
          <a:ext cx="14224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87" name="Equation" r:id="rId3" imgW="1422360" imgH="583920" progId="Equation.DSMT4">
                  <p:embed/>
                </p:oleObj>
              </mc:Choice>
              <mc:Fallback>
                <p:oleObj name="Equation" r:id="rId3" imgW="1422360" imgH="5839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816600" y="1333500"/>
                        <a:ext cx="1422400" cy="584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63443" y="2743200"/>
            <a:ext cx="834715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Cho ε &gt; 0,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cần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tìm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một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δ &gt; 0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sao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cho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điều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kiện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sau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thỏa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mãn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0725956"/>
              </p:ext>
            </p:extLst>
          </p:nvPr>
        </p:nvGraphicFramePr>
        <p:xfrm>
          <a:off x="381000" y="3352800"/>
          <a:ext cx="32004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88" name="Equation" r:id="rId5" imgW="3200400" imgH="596880" progId="Equation.DSMT4">
                  <p:embed/>
                </p:oleObj>
              </mc:Choice>
              <mc:Fallback>
                <p:oleObj name="Equation" r:id="rId5" imgW="320040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81000" y="3352800"/>
                        <a:ext cx="32004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962400" y="3352800"/>
            <a:ext cx="66422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hay</a:t>
            </a:r>
          </a:p>
        </p:txBody>
      </p:sp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6653525"/>
              </p:ext>
            </p:extLst>
          </p:nvPr>
        </p:nvGraphicFramePr>
        <p:xfrm>
          <a:off x="5029200" y="3352800"/>
          <a:ext cx="25781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89" name="Equation" r:id="rId7" imgW="2577960" imgH="419040" progId="Equation.DSMT4">
                  <p:embed/>
                </p:oleObj>
              </mc:Choice>
              <mc:Fallback>
                <p:oleObj name="Equation" r:id="rId7" imgW="257796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029200" y="3352800"/>
                        <a:ext cx="25781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0902525"/>
              </p:ext>
            </p:extLst>
          </p:nvPr>
        </p:nvGraphicFramePr>
        <p:xfrm>
          <a:off x="1295400" y="4800600"/>
          <a:ext cx="4495800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90" name="Equation" r:id="rId9" imgW="4495680" imgH="1155600" progId="Equation.DSMT4">
                  <p:embed/>
                </p:oleObj>
              </mc:Choice>
              <mc:Fallback>
                <p:oleObj name="Equation" r:id="rId9" imgW="4495680" imgH="1155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295400" y="4800600"/>
                        <a:ext cx="4495800" cy="1155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1920860"/>
              </p:ext>
            </p:extLst>
          </p:nvPr>
        </p:nvGraphicFramePr>
        <p:xfrm>
          <a:off x="1066800" y="4178300"/>
          <a:ext cx="22352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91" name="Equation" r:id="rId11" imgW="2234880" imgH="469800" progId="Equation.DSMT4">
                  <p:embed/>
                </p:oleObj>
              </mc:Choice>
              <mc:Fallback>
                <p:oleObj name="Equation" r:id="rId11" imgW="223488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066800" y="4178300"/>
                        <a:ext cx="2235200" cy="469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04800" y="4143057"/>
            <a:ext cx="56938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Từ</a:t>
            </a:r>
            <a:endParaRPr lang="en-US" sz="2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11579" y="4765357"/>
            <a:ext cx="90762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Chọn</a:t>
            </a:r>
            <a:endParaRPr lang="en-US" sz="2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04800" y="5410200"/>
            <a:ext cx="739305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Hay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7295" y="4953000"/>
            <a:ext cx="2568105" cy="129266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Vậy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           </a:t>
            </a:r>
          </a:p>
          <a:p>
            <a:pPr>
              <a:lnSpc>
                <a:spcPct val="150000"/>
              </a:lnSpc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       </a:t>
            </a:r>
          </a:p>
        </p:txBody>
      </p:sp>
      <p:graphicFrame>
        <p:nvGraphicFramePr>
          <p:cNvPr id="16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5003760"/>
              </p:ext>
            </p:extLst>
          </p:nvPr>
        </p:nvGraphicFramePr>
        <p:xfrm>
          <a:off x="7086600" y="5090886"/>
          <a:ext cx="14224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92" name="Equation" r:id="rId13" imgW="1422360" imgH="583920" progId="Equation.DSMT4">
                  <p:embed/>
                </p:oleObj>
              </mc:Choice>
              <mc:Fallback>
                <p:oleObj name="Equation" r:id="rId13" imgW="1422360" imgH="58392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600" y="5090886"/>
                        <a:ext cx="14224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17"/>
          <p:cNvSpPr/>
          <p:nvPr/>
        </p:nvSpPr>
        <p:spPr>
          <a:xfrm>
            <a:off x="228600" y="2174557"/>
            <a:ext cx="279711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Ta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600" i="1" baseline="-25000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sz="2600" i="1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0, </a:t>
            </a:r>
            <a:r>
              <a:rPr lang="en-US" sz="2600" i="1" dirty="0">
                <a:latin typeface="Times New Roman" pitchFamily="18" charset="0"/>
                <a:cs typeface="Times New Roman" pitchFamily="18" charset="0"/>
              </a:rPr>
              <a:t>L = 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0.</a:t>
            </a:r>
          </a:p>
        </p:txBody>
      </p:sp>
    </p:spTree>
    <p:extLst>
      <p:ext uri="{BB962C8B-B14F-4D97-AF65-F5344CB8AC3E}">
        <p14:creationId xmlns:p14="http://schemas.microsoft.com/office/powerpoint/2010/main" val="1910020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3" grpId="0"/>
      <p:bldP spid="14" grpId="0"/>
      <p:bldP spid="15" grpId="0"/>
      <p:bldP spid="17" grpId="0" animBg="1"/>
      <p:bldP spid="1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Giới</a:t>
            </a:r>
            <a:r>
              <a:rPr lang="en-US" b="1" dirty="0"/>
              <a:t> </a:t>
            </a:r>
            <a:r>
              <a:rPr lang="en-US" b="1" dirty="0" err="1"/>
              <a:t>hạn</a:t>
            </a:r>
            <a:r>
              <a:rPr lang="en-US" b="1" dirty="0"/>
              <a:t> </a:t>
            </a:r>
            <a:r>
              <a:rPr lang="en-US" b="1" dirty="0" err="1"/>
              <a:t>một</a:t>
            </a:r>
            <a:r>
              <a:rPr lang="en-US" b="1" dirty="0"/>
              <a:t> </a:t>
            </a:r>
            <a:r>
              <a:rPr lang="en-US" b="1" dirty="0" err="1"/>
              <a:t>phía</a:t>
            </a:r>
            <a:endParaRPr lang="en-US" b="1" dirty="0"/>
          </a:p>
        </p:txBody>
      </p:sp>
      <p:pic>
        <p:nvPicPr>
          <p:cNvPr id="7" name="Picture 6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1701" y="1671955"/>
            <a:ext cx="4462299" cy="472884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41FD2-C0B5-4FAE-A4CA-EFF11AAC67C6}" type="datetime1">
              <a:rPr lang="en-US" smtClean="0"/>
              <a:t>10/6/2021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Giải Tích I</a:t>
            </a:r>
            <a:endParaRPr lang="en-US" dirty="0"/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386505"/>
              </p:ext>
            </p:extLst>
          </p:nvPr>
        </p:nvGraphicFramePr>
        <p:xfrm>
          <a:off x="381000" y="2971800"/>
          <a:ext cx="5016500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55" name="Equation" r:id="rId4" imgW="5016240" imgH="1168200" progId="Equation.DSMT4">
                  <p:embed/>
                </p:oleObj>
              </mc:Choice>
              <mc:Fallback>
                <p:oleObj name="Equation" r:id="rId4" imgW="5016240" imgH="1168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81000" y="2971800"/>
                        <a:ext cx="5016500" cy="1168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8714660"/>
              </p:ext>
            </p:extLst>
          </p:nvPr>
        </p:nvGraphicFramePr>
        <p:xfrm>
          <a:off x="1663700" y="1143000"/>
          <a:ext cx="15367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56" name="Equation" r:id="rId6" imgW="1536480" imgH="901440" progId="Equation.DSMT4">
                  <p:embed/>
                </p:oleObj>
              </mc:Choice>
              <mc:Fallback>
                <p:oleObj name="Equation" r:id="rId6" imgW="1536480" imgH="9014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663700" y="1143000"/>
                        <a:ext cx="1536700" cy="901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04800" y="2143780"/>
            <a:ext cx="49600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Hàm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không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xác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định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tại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>
                <a:latin typeface="Times New Roman" pitchFamily="18" charset="0"/>
                <a:cs typeface="Times New Roman" pitchFamily="18" charset="0"/>
              </a:rPr>
              <a:t>x = 0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4800" y="1305580"/>
            <a:ext cx="13516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i="1" u="sng" dirty="0" err="1">
                <a:latin typeface="Times New Roman" pitchFamily="18" charset="0"/>
                <a:cs typeface="Times New Roman" pitchFamily="18" charset="0"/>
              </a:rPr>
              <a:t>Ví</a:t>
            </a:r>
            <a:r>
              <a:rPr lang="en-US" sz="2800" b="1" i="1" u="sng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i="1" u="sng" dirty="0" err="1">
                <a:latin typeface="Times New Roman" pitchFamily="18" charset="0"/>
                <a:cs typeface="Times New Roman" pitchFamily="18" charset="0"/>
              </a:rPr>
              <a:t>dụ</a:t>
            </a:r>
            <a:r>
              <a:rPr lang="en-US" sz="2800" b="1" i="1" u="sng" dirty="0">
                <a:latin typeface="Times New Roman" pitchFamily="18" charset="0"/>
                <a:cs typeface="Times New Roman" pitchFamily="18" charset="0"/>
              </a:rPr>
              <a:t> 2.</a:t>
            </a:r>
          </a:p>
        </p:txBody>
      </p:sp>
    </p:spTree>
    <p:extLst>
      <p:ext uri="{BB962C8B-B14F-4D97-AF65-F5344CB8AC3E}">
        <p14:creationId xmlns:p14="http://schemas.microsoft.com/office/powerpoint/2010/main" val="3772452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38200"/>
          </a:xfrm>
        </p:spPr>
        <p:txBody>
          <a:bodyPr/>
          <a:lstStyle/>
          <a:p>
            <a:r>
              <a:rPr lang="en-US" b="1" dirty="0"/>
              <a:t>2. </a:t>
            </a:r>
            <a:r>
              <a:rPr lang="en-US" b="1" dirty="0" err="1"/>
              <a:t>Một</a:t>
            </a:r>
            <a:r>
              <a:rPr lang="en-US" b="1" dirty="0"/>
              <a:t> </a:t>
            </a:r>
            <a:r>
              <a:rPr lang="en-US" b="1" dirty="0" err="1"/>
              <a:t>số</a:t>
            </a:r>
            <a:r>
              <a:rPr lang="en-US" b="1" dirty="0"/>
              <a:t> </a:t>
            </a:r>
            <a:r>
              <a:rPr lang="en-US" b="1" dirty="0" err="1"/>
              <a:t>tính</a:t>
            </a:r>
            <a:r>
              <a:rPr lang="en-US" b="1" dirty="0"/>
              <a:t> </a:t>
            </a:r>
            <a:r>
              <a:rPr lang="en-US" b="1" dirty="0" err="1"/>
              <a:t>chất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914400"/>
            <a:ext cx="8991600" cy="5334000"/>
          </a:xfrm>
        </p:spPr>
        <p:txBody>
          <a:bodyPr/>
          <a:lstStyle/>
          <a:p>
            <a:pPr marL="0">
              <a:lnSpc>
                <a:spcPct val="150000"/>
              </a:lnSpc>
            </a:pPr>
            <a:r>
              <a:rPr lang="en-US" dirty="0" err="1"/>
              <a:t>Hàm</a:t>
            </a:r>
            <a:r>
              <a:rPr lang="en-US" dirty="0"/>
              <a:t> </a:t>
            </a:r>
            <a:r>
              <a:rPr lang="en-US" i="1" dirty="0"/>
              <a:t>f(x), g(x)</a:t>
            </a:r>
            <a:r>
              <a:rPr lang="en-US" dirty="0"/>
              <a:t> 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lân</a:t>
            </a:r>
            <a:r>
              <a:rPr lang="en-US" dirty="0"/>
              <a:t> </a:t>
            </a:r>
            <a:r>
              <a:rPr lang="en-US" dirty="0" err="1"/>
              <a:t>cận</a:t>
            </a:r>
            <a:r>
              <a:rPr lang="en-US" dirty="0"/>
              <a:t> </a:t>
            </a:r>
            <a:r>
              <a:rPr lang="en-US" dirty="0" err="1"/>
              <a:t>nào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a (</a:t>
            </a:r>
            <a:r>
              <a:rPr lang="en-US" dirty="0" err="1"/>
              <a:t>hữu</a:t>
            </a:r>
            <a:r>
              <a:rPr lang="en-US" dirty="0"/>
              <a:t> </a:t>
            </a:r>
            <a:r>
              <a:rPr lang="en-US" dirty="0" err="1"/>
              <a:t>hạn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vô</a:t>
            </a:r>
            <a:r>
              <a:rPr lang="en-US" dirty="0"/>
              <a:t> </a:t>
            </a:r>
            <a:r>
              <a:rPr lang="en-US" dirty="0" err="1"/>
              <a:t>cùng</a:t>
            </a:r>
            <a:r>
              <a:rPr lang="en-US" dirty="0"/>
              <a:t>)</a:t>
            </a:r>
          </a:p>
          <a:p>
            <a:pPr marL="0">
              <a:lnSpc>
                <a:spcPct val="150000"/>
              </a:lnSpc>
            </a:pP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han</a:t>
            </a:r>
            <a:r>
              <a:rPr lang="en-US" dirty="0"/>
              <a:t>                                  </a:t>
            </a:r>
            <a:r>
              <a:rPr lang="en-US" dirty="0" err="1">
                <a:solidFill>
                  <a:srgbClr val="FF0000"/>
                </a:solidFill>
              </a:rPr>
              <a:t>tồn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tại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hữu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hạn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/>
              <a:t>thì</a:t>
            </a:r>
            <a:endParaRPr lang="en-US" dirty="0"/>
          </a:p>
          <a:p>
            <a:pPr>
              <a:lnSpc>
                <a:spcPct val="200000"/>
              </a:lnSpc>
            </a:pPr>
            <a:endParaRPr lang="en-US" dirty="0"/>
          </a:p>
          <a:p>
            <a:endParaRPr lang="en-US" dirty="0"/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7420674"/>
              </p:ext>
            </p:extLst>
          </p:nvPr>
        </p:nvGraphicFramePr>
        <p:xfrm>
          <a:off x="2362200" y="2286000"/>
          <a:ext cx="23495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79" name="Equation" r:id="rId3" imgW="2349360" imgH="507960" progId="Equation.DSMT4">
                  <p:embed/>
                </p:oleObj>
              </mc:Choice>
              <mc:Fallback>
                <p:oleObj name="Equation" r:id="rId3" imgW="2349360" imgH="50796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2286000"/>
                        <a:ext cx="2349500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634247"/>
              </p:ext>
            </p:extLst>
          </p:nvPr>
        </p:nvGraphicFramePr>
        <p:xfrm>
          <a:off x="381000" y="3048000"/>
          <a:ext cx="54610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80" name="Equation" r:id="rId5" imgW="5460840" imgH="533160" progId="Equation.DSMT4">
                  <p:embed/>
                </p:oleObj>
              </mc:Choice>
              <mc:Fallback>
                <p:oleObj name="Equation" r:id="rId5" imgW="5460840" imgH="53316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3048000"/>
                        <a:ext cx="5461000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3660339"/>
              </p:ext>
            </p:extLst>
          </p:nvPr>
        </p:nvGraphicFramePr>
        <p:xfrm>
          <a:off x="381000" y="3810000"/>
          <a:ext cx="48260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81" name="Equation" r:id="rId7" imgW="4825800" imgH="507960" progId="Equation.DSMT4">
                  <p:embed/>
                </p:oleObj>
              </mc:Choice>
              <mc:Fallback>
                <p:oleObj name="Equation" r:id="rId7" imgW="4825800" imgH="50796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3810000"/>
                        <a:ext cx="4826000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6064625"/>
              </p:ext>
            </p:extLst>
          </p:nvPr>
        </p:nvGraphicFramePr>
        <p:xfrm>
          <a:off x="381000" y="4597400"/>
          <a:ext cx="47244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82" name="Equation" r:id="rId9" imgW="4724280" imgH="507960" progId="Equation.DSMT4">
                  <p:embed/>
                </p:oleObj>
              </mc:Choice>
              <mc:Fallback>
                <p:oleObj name="Equation" r:id="rId9" imgW="4724280" imgH="50796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4597400"/>
                        <a:ext cx="4724400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/>
        </p:nvGraphicFramePr>
        <p:xfrm>
          <a:off x="381000" y="5295900"/>
          <a:ext cx="4762500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83" name="Equation" r:id="rId11" imgW="4762440" imgH="1028520" progId="Equation.DSMT4">
                  <p:embed/>
                </p:oleObj>
              </mc:Choice>
              <mc:Fallback>
                <p:oleObj name="Equation" r:id="rId11" imgW="4762440" imgH="102852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5295900"/>
                        <a:ext cx="4762500" cy="1028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746FA-5D44-46CA-AD1F-3245D7D6C13F}" type="datetime1">
              <a:rPr lang="en-US" smtClean="0"/>
              <a:t>10/6/2021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Giải Tích I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6200" y="914400"/>
                <a:ext cx="8991600" cy="5410200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en-US" dirty="0"/>
                  <a:t>Từ </a:t>
                </a:r>
                <a:r>
                  <a:rPr lang="en-US" dirty="0" err="1"/>
                  <a:t>đó</a:t>
                </a:r>
                <a:r>
                  <a:rPr lang="en-US" dirty="0"/>
                  <a:t>, </a:t>
                </a:r>
                <a:r>
                  <a:rPr lang="en-US" dirty="0" err="1"/>
                  <a:t>suy</a:t>
                </a:r>
                <a:r>
                  <a:rPr lang="en-US" dirty="0"/>
                  <a:t> </a:t>
                </a:r>
                <a:r>
                  <a:rPr lang="en-US" dirty="0" err="1"/>
                  <a:t>ra</a:t>
                </a:r>
                <a:r>
                  <a:rPr lang="en-US" dirty="0"/>
                  <a:t>: </a:t>
                </a:r>
                <a:r>
                  <a:rPr lang="en-US" dirty="0" err="1"/>
                  <a:t>Với</a:t>
                </a:r>
                <a:r>
                  <a:rPr lang="en-US" dirty="0"/>
                  <a:t> </a:t>
                </a:r>
                <a:r>
                  <a:rPr lang="en-US" i="1" dirty="0"/>
                  <a:t>n</a:t>
                </a:r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dirty="0"/>
                  <a:t> </a:t>
                </a:r>
                <a:r>
                  <a:rPr lang="en-US" dirty="0" err="1"/>
                  <a:t>số</a:t>
                </a:r>
                <a:r>
                  <a:rPr lang="en-US" dirty="0"/>
                  <a:t> </a:t>
                </a:r>
                <a:r>
                  <a:rPr lang="en-US" dirty="0" err="1"/>
                  <a:t>nguyên</a:t>
                </a:r>
                <a:r>
                  <a:rPr lang="en-US" dirty="0"/>
                  <a:t> </a:t>
                </a:r>
                <a:r>
                  <a:rPr lang="en-US" dirty="0" err="1"/>
                  <a:t>dương</a:t>
                </a:r>
                <a:r>
                  <a:rPr lang="en-US" dirty="0"/>
                  <a:t>: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5)    </m:t>
                      </m:r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→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𝑎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/>
                                </a:rPr>
                                <m:t>𝑛</m:t>
                              </m:r>
                            </m:sup>
                          </m:sSup>
                        </m:e>
                      </m:func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limLow>
                                    <m:limLow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/>
                                        </a:rPr>
                                        <m:t>lim</m:t>
                                      </m:r>
                                    </m:e>
                                    <m:lim>
                                      <m:r>
                                        <a:rPr lang="en-US" b="0" i="1" smtClean="0">
                                          <a:latin typeface="Cambria Math"/>
                                        </a:rPr>
                                        <m:t>𝑥</m:t>
                                      </m:r>
                                      <m:r>
                                        <a:rPr lang="en-US" b="0" i="1" smtClean="0">
                                          <a:latin typeface="Cambria Math"/>
                                        </a:rPr>
                                        <m:t>→</m:t>
                                      </m:r>
                                      <m:r>
                                        <a:rPr lang="en-US" b="0" i="1" smtClean="0">
                                          <a:latin typeface="Cambria Math"/>
                                        </a:rPr>
                                        <m:t>𝑎</m:t>
                                      </m:r>
                                    </m:lim>
                                  </m:limLow>
                                </m:fName>
                                <m:e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6) 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→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𝑎</m:t>
                              </m:r>
                            </m:lim>
                          </m:limLow>
                        </m:fName>
                        <m:e>
                          <m:r>
                            <a:rPr lang="en-US" b="0" i="1" smtClean="0">
                              <a:latin typeface="Cambria Math"/>
                            </a:rPr>
                            <m:t>𝑐</m:t>
                          </m:r>
                        </m:e>
                      </m:func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r>
                        <a:rPr lang="en-US" b="0" i="1" smtClean="0">
                          <a:latin typeface="Cambria Math"/>
                        </a:rPr>
                        <m:t>𝑐</m:t>
                      </m:r>
                      <m:r>
                        <a:rPr lang="en-US" b="0" i="1" smtClean="0">
                          <a:latin typeface="Cambria Math"/>
                        </a:rPr>
                        <m:t>;    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→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𝑎</m:t>
                              </m:r>
                            </m:lim>
                          </m:limLow>
                        </m:fName>
                        <m:e>
                          <m:r>
                            <a:rPr lang="en-US" b="0" i="1" smtClean="0">
                              <a:latin typeface="Cambria Math"/>
                            </a:rPr>
                            <m:t>𝑥</m:t>
                          </m:r>
                        </m:e>
                      </m:func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r>
                        <a:rPr lang="en-US" b="0" i="1" smtClean="0">
                          <a:latin typeface="Cambria Math"/>
                        </a:rPr>
                        <m:t>𝑎</m:t>
                      </m:r>
                    </m:oMath>
                  </m:oMathPara>
                </a14:m>
                <a:endParaRPr lang="en-US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7)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→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𝑎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/>
                                </a:rPr>
                                <m:t>𝑛</m:t>
                              </m:r>
                            </m:sup>
                          </m:sSup>
                        </m:e>
                      </m:func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US" b="0" i="1" smtClean="0">
                              <a:latin typeface="Cambria Math"/>
                            </a:rPr>
                            <m:t>𝑛</m:t>
                          </m:r>
                        </m:sup>
                      </m:sSup>
                      <m:r>
                        <a:rPr lang="en-US" b="0" i="1" smtClean="0">
                          <a:latin typeface="Cambria Math"/>
                        </a:rPr>
                        <m:t>;  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→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𝑎</m:t>
                              </m:r>
                            </m:lim>
                          </m:limLow>
                        </m:fName>
                        <m:e>
                          <m:rad>
                            <m:rad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/>
                                </a:rPr>
                                <m:t>𝑛</m:t>
                              </m:r>
                            </m:deg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</m:rad>
                        </m:e>
                      </m:func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rad>
                        <m:ra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/>
                            </a:rPr>
                            <m:t>𝑛</m:t>
                          </m:r>
                        </m:deg>
                        <m:e>
                          <m:r>
                            <a:rPr lang="en-US" b="0" i="1" smtClean="0">
                              <a:latin typeface="Cambria Math"/>
                            </a:rPr>
                            <m:t>𝑎</m:t>
                          </m:r>
                        </m:e>
                      </m:rad>
                      <m:r>
                        <a:rPr lang="en-US" b="0" i="1" smtClean="0">
                          <a:latin typeface="Cambria Math"/>
                        </a:rPr>
                        <m:t> ,</m:t>
                      </m:r>
                      <m:d>
                        <m:dPr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/>
                            </a:rPr>
                            <m:t>𝑖𝑓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=2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 </m:t>
                          </m:r>
                        </m:e>
                      </m:d>
                      <m:r>
                        <a:rPr lang="en-US" b="0" i="1" smtClean="0">
                          <a:latin typeface="Cambria Math"/>
                        </a:rPr>
                        <m:t> </m:t>
                      </m:r>
                      <m:r>
                        <a:rPr lang="en-US" b="0" i="1" smtClean="0">
                          <a:latin typeface="Cambria Math"/>
                        </a:rPr>
                        <m:t>𝑎</m:t>
                      </m:r>
                      <m:r>
                        <a:rPr lang="en-US" b="0" i="1" smtClean="0">
                          <a:latin typeface="Cambria Math"/>
                        </a:rPr>
                        <m:t>&gt;0)</m:t>
                      </m:r>
                    </m:oMath>
                  </m:oMathPara>
                </a14:m>
                <a:endParaRPr lang="en-US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8) 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→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𝑎</m:t>
                              </m:r>
                            </m:lim>
                          </m:limLow>
                        </m:fName>
                        <m:e>
                          <m:rad>
                            <m:rad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/>
                                </a:rPr>
                                <m:t>𝑛</m:t>
                              </m:r>
                            </m:deg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𝑓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)</m:t>
                              </m:r>
                            </m:e>
                          </m:rad>
                        </m:e>
                      </m:func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rad>
                        <m:ra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/>
                            </a:rPr>
                            <m:t>𝑛</m:t>
                          </m:r>
                        </m:deg>
                        <m: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/>
                                    </a:rPr>
                                    <m:t>lim</m:t>
                                  </m:r>
                                </m:e>
                                <m:lim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𝑥</m:t>
                                  </m:r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→</m:t>
                                  </m:r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𝑎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𝑓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)</m:t>
                              </m:r>
                            </m:e>
                          </m:func>
                        </m:e>
                      </m:rad>
                      <m:r>
                        <a:rPr lang="en-US" b="0" i="1" smtClean="0">
                          <a:latin typeface="Cambria Math"/>
                        </a:rPr>
                        <m:t>,</m:t>
                      </m:r>
                      <m:d>
                        <m:dPr>
                          <m:endChr m:val="|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𝑖𝑓</m:t>
                          </m:r>
                          <m:r>
                            <a:rPr lang="en-US" i="1">
                              <a:latin typeface="Cambria Math"/>
                            </a:rPr>
                            <m:t> </m:t>
                          </m:r>
                          <m:r>
                            <a:rPr lang="en-US" i="1">
                              <a:latin typeface="Cambria Math"/>
                            </a:rPr>
                            <m:t>𝑛</m:t>
                          </m:r>
                          <m:r>
                            <a:rPr lang="en-US" i="1">
                              <a:latin typeface="Cambria Math"/>
                            </a:rPr>
                            <m:t>=2</m:t>
                          </m:r>
                          <m:r>
                            <a:rPr lang="en-US" i="1">
                              <a:latin typeface="Cambria Math"/>
                            </a:rPr>
                            <m:t>𝑘</m:t>
                          </m:r>
                          <m:r>
                            <a:rPr lang="en-US" i="1">
                              <a:latin typeface="Cambria Math"/>
                            </a:rPr>
                            <m:t> </m:t>
                          </m:r>
                        </m:e>
                      </m:d>
                      <m:r>
                        <a:rPr lang="en-US" i="1">
                          <a:latin typeface="Cambria Math"/>
                        </a:rPr>
                        <m:t> </m:t>
                      </m:r>
                      <m:r>
                        <a:rPr lang="en-US" b="0" i="1" smtClean="0">
                          <a:latin typeface="Cambria Math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/>
                        </a:rPr>
                        <m:t>&gt;</m:t>
                      </m:r>
                      <m:r>
                        <a:rPr lang="en-US" i="1">
                          <a:latin typeface="Cambria Math"/>
                        </a:rPr>
                        <m:t>0)</m:t>
                      </m:r>
                    </m:oMath>
                  </m:oMathPara>
                </a14:m>
                <a:endParaRPr lang="en-US" dirty="0"/>
              </a:p>
              <a:p>
                <a:pPr>
                  <a:lnSpc>
                    <a:spcPct val="150000"/>
                  </a:lnSpc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" y="914400"/>
                <a:ext cx="8991600" cy="5410200"/>
              </a:xfrm>
              <a:blipFill rotWithShape="1">
                <a:blip r:embed="rId2"/>
                <a:stretch>
                  <a:fillRect l="-10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8DCE5-3A04-4675-88E4-41717DB3DBD3}" type="datetime1">
              <a:rPr lang="en-US" smtClean="0"/>
              <a:t>10/6/2021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Giải Tích I</a:t>
            </a:r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38200"/>
          </a:xfrm>
        </p:spPr>
        <p:txBody>
          <a:bodyPr/>
          <a:lstStyle/>
          <a:p>
            <a:r>
              <a:rPr lang="en-US" b="1" dirty="0"/>
              <a:t>2. </a:t>
            </a:r>
            <a:r>
              <a:rPr lang="en-US" b="1" dirty="0" err="1"/>
              <a:t>Một</a:t>
            </a:r>
            <a:r>
              <a:rPr lang="en-US" b="1" dirty="0"/>
              <a:t> </a:t>
            </a:r>
            <a:r>
              <a:rPr lang="en-US" b="1" dirty="0" err="1"/>
              <a:t>số</a:t>
            </a:r>
            <a:r>
              <a:rPr lang="en-US" b="1" dirty="0"/>
              <a:t> </a:t>
            </a:r>
            <a:r>
              <a:rPr lang="en-US" b="1" dirty="0" err="1"/>
              <a:t>tính</a:t>
            </a:r>
            <a:r>
              <a:rPr lang="en-US" b="1" dirty="0"/>
              <a:t> </a:t>
            </a:r>
            <a:r>
              <a:rPr lang="en-US" b="1" dirty="0" err="1"/>
              <a:t>chất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8466563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61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9272" y="3698557"/>
            <a:ext cx="6654925" cy="25893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err="1"/>
              <a:t>Định</a:t>
            </a:r>
            <a:r>
              <a:rPr lang="en-US" b="1" i="1" dirty="0"/>
              <a:t> </a:t>
            </a:r>
            <a:r>
              <a:rPr lang="en-US" b="1" i="1" dirty="0" err="1"/>
              <a:t>lý</a:t>
            </a:r>
            <a:r>
              <a:rPr lang="en-US" b="1" i="1" dirty="0"/>
              <a:t>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19200"/>
            <a:ext cx="8686800" cy="533400"/>
          </a:xfrm>
        </p:spPr>
        <p:txBody>
          <a:bodyPr/>
          <a:lstStyle/>
          <a:p>
            <a:r>
              <a:rPr lang="en-US" dirty="0" err="1"/>
              <a:t>Giả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ba</a:t>
            </a:r>
            <a:r>
              <a:rPr lang="en-US" dirty="0"/>
              <a:t> </a:t>
            </a:r>
            <a:r>
              <a:rPr lang="en-US" dirty="0" err="1"/>
              <a:t>hàm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i="1" dirty="0"/>
              <a:t>f(x),</a:t>
            </a:r>
            <a:r>
              <a:rPr lang="en-US" dirty="0"/>
              <a:t> </a:t>
            </a:r>
            <a:r>
              <a:rPr lang="en-US" i="1" dirty="0"/>
              <a:t>g(x)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i="1" dirty="0"/>
              <a:t>h(x)</a:t>
            </a:r>
            <a:r>
              <a:rPr lang="en-US" dirty="0"/>
              <a:t> </a:t>
            </a:r>
            <a:r>
              <a:rPr lang="en-US" dirty="0" err="1"/>
              <a:t>thỏa</a:t>
            </a:r>
            <a:r>
              <a:rPr lang="en-US" dirty="0"/>
              <a:t> </a:t>
            </a:r>
            <a:r>
              <a:rPr lang="en-US" dirty="0" err="1"/>
              <a:t>mãn</a:t>
            </a:r>
            <a:r>
              <a:rPr lang="en-US" dirty="0"/>
              <a:t> </a:t>
            </a:r>
            <a:r>
              <a:rPr lang="en-US" dirty="0" err="1"/>
              <a:t>bất</a:t>
            </a:r>
            <a:r>
              <a:rPr lang="en-US" dirty="0"/>
              <a:t> </a:t>
            </a:r>
            <a:r>
              <a:rPr lang="en-US" dirty="0" err="1"/>
              <a:t>đẳng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: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8DCE5-3A04-4675-88E4-41717DB3DBD3}" type="datetime1">
              <a:rPr lang="en-US" smtClean="0"/>
              <a:t>10/6/2021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Giải Tích I</a:t>
            </a:r>
            <a:endParaRPr lang="en-US" dirty="0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2891604"/>
              </p:ext>
            </p:extLst>
          </p:nvPr>
        </p:nvGraphicFramePr>
        <p:xfrm>
          <a:off x="2209800" y="1828800"/>
          <a:ext cx="43053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98" name="Equation" r:id="rId4" imgW="4305240" imgH="469800" progId="Equation.DSMT4">
                  <p:embed/>
                </p:oleObj>
              </mc:Choice>
              <mc:Fallback>
                <p:oleObj name="Equation" r:id="rId4" imgW="430524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209800" y="1828800"/>
                        <a:ext cx="4305300" cy="469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429000" y="2819400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0</a:t>
            </a:r>
          </a:p>
        </p:txBody>
      </p:sp>
      <p:cxnSp>
        <p:nvCxnSpPr>
          <p:cNvPr id="9" name="Straight Arrow Connector 8"/>
          <p:cNvCxnSpPr>
            <a:endCxn id="7" idx="1"/>
          </p:cNvCxnSpPr>
          <p:nvPr/>
        </p:nvCxnSpPr>
        <p:spPr>
          <a:xfrm>
            <a:off x="2667000" y="2286000"/>
            <a:ext cx="762000" cy="7950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endCxn id="7" idx="3"/>
          </p:cNvCxnSpPr>
          <p:nvPr/>
        </p:nvCxnSpPr>
        <p:spPr>
          <a:xfrm flipH="1">
            <a:off x="3796408" y="2286000"/>
            <a:ext cx="699392" cy="7950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endCxn id="7" idx="0"/>
          </p:cNvCxnSpPr>
          <p:nvPr/>
        </p:nvCxnSpPr>
        <p:spPr>
          <a:xfrm>
            <a:off x="3612704" y="2286000"/>
            <a:ext cx="0" cy="5334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aphicFrame>
        <p:nvGraphicFramePr>
          <p:cNvPr id="14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9997004"/>
              </p:ext>
            </p:extLst>
          </p:nvPr>
        </p:nvGraphicFramePr>
        <p:xfrm>
          <a:off x="2146300" y="3505200"/>
          <a:ext cx="18161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99" name="Equation" r:id="rId6" imgW="1815840" imgH="888840" progId="Equation.DSMT4">
                  <p:embed/>
                </p:oleObj>
              </mc:Choice>
              <mc:Fallback>
                <p:oleObj name="Equation" r:id="rId6" imgW="1815840" imgH="8888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6300" y="3505200"/>
                        <a:ext cx="1816100" cy="889000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81000" y="3698557"/>
            <a:ext cx="152958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b="1" u="sng" dirty="0" err="1">
                <a:latin typeface="Times New Roman" pitchFamily="18" charset="0"/>
                <a:cs typeface="Times New Roman" pitchFamily="18" charset="0"/>
              </a:rPr>
              <a:t>Áp</a:t>
            </a:r>
            <a:r>
              <a:rPr lang="en-US" sz="2600" b="1" u="sng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b="1" u="sng" dirty="0" err="1">
                <a:latin typeface="Times New Roman" pitchFamily="18" charset="0"/>
                <a:cs typeface="Times New Roman" pitchFamily="18" charset="0"/>
              </a:rPr>
              <a:t>dụng</a:t>
            </a:r>
            <a:r>
              <a:rPr lang="en-US" sz="2600" b="1" u="sng" dirty="0"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142452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686800" cy="1020762"/>
          </a:xfrm>
        </p:spPr>
        <p:txBody>
          <a:bodyPr/>
          <a:lstStyle/>
          <a:p>
            <a:r>
              <a:rPr lang="en-US" i="1" u="sng" dirty="0" err="1"/>
              <a:t>Chứng</a:t>
            </a:r>
            <a:r>
              <a:rPr lang="en-US" i="1" u="sng" dirty="0"/>
              <a:t> minh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19200"/>
            <a:ext cx="8686800" cy="914400"/>
          </a:xfrm>
        </p:spPr>
        <p:txBody>
          <a:bodyPr>
            <a:normAutofit/>
          </a:bodyPr>
          <a:lstStyle/>
          <a:p>
            <a:pPr marL="0">
              <a:spcBef>
                <a:spcPts val="600"/>
              </a:spcBef>
            </a:pPr>
            <a:r>
              <a:rPr lang="en-US" sz="2600" dirty="0" err="1"/>
              <a:t>Tại</a:t>
            </a:r>
            <a:r>
              <a:rPr lang="en-US" sz="2600" dirty="0"/>
              <a:t> </a:t>
            </a:r>
            <a:r>
              <a:rPr lang="el-GR" sz="2600" dirty="0"/>
              <a:t>θ</a:t>
            </a:r>
            <a:r>
              <a:rPr lang="en-US" sz="2600" dirty="0"/>
              <a:t> = 0, </a:t>
            </a:r>
            <a:r>
              <a:rPr lang="en-US" sz="2600" dirty="0" err="1"/>
              <a:t>hàm</a:t>
            </a:r>
            <a:r>
              <a:rPr lang="en-US" sz="2600" dirty="0"/>
              <a:t> </a:t>
            </a:r>
            <a:r>
              <a:rPr lang="en-US" sz="2600" dirty="0" err="1"/>
              <a:t>số</a:t>
            </a:r>
            <a:r>
              <a:rPr lang="en-US" sz="2600" dirty="0"/>
              <a:t> </a:t>
            </a:r>
            <a:r>
              <a:rPr lang="en-US" sz="2600" dirty="0" err="1"/>
              <a:t>không</a:t>
            </a:r>
            <a:r>
              <a:rPr lang="en-US" sz="2600" dirty="0"/>
              <a:t> </a:t>
            </a:r>
            <a:r>
              <a:rPr lang="en-US" sz="2600" dirty="0" err="1"/>
              <a:t>xác</a:t>
            </a:r>
            <a:r>
              <a:rPr lang="en-US" sz="2600" dirty="0"/>
              <a:t> </a:t>
            </a:r>
            <a:r>
              <a:rPr lang="en-US" sz="2600" dirty="0" err="1"/>
              <a:t>định</a:t>
            </a:r>
            <a:r>
              <a:rPr lang="en-US" sz="2600" dirty="0"/>
              <a:t>, do </a:t>
            </a:r>
            <a:r>
              <a:rPr lang="en-US" sz="2600" dirty="0" err="1"/>
              <a:t>đó</a:t>
            </a:r>
            <a:r>
              <a:rPr lang="en-US" sz="2600" dirty="0"/>
              <a:t> </a:t>
            </a:r>
            <a:r>
              <a:rPr lang="en-US" sz="2600" dirty="0" err="1"/>
              <a:t>cần</a:t>
            </a:r>
            <a:r>
              <a:rPr lang="en-US" sz="2600" dirty="0"/>
              <a:t> </a:t>
            </a:r>
            <a:r>
              <a:rPr lang="en-US" sz="2600" dirty="0" err="1"/>
              <a:t>chứng</a:t>
            </a:r>
            <a:r>
              <a:rPr lang="en-US" sz="2600" dirty="0"/>
              <a:t> minh </a:t>
            </a:r>
            <a:r>
              <a:rPr lang="en-US" sz="2600" dirty="0" err="1"/>
              <a:t>giới</a:t>
            </a:r>
            <a:r>
              <a:rPr lang="en-US" sz="2600" dirty="0"/>
              <a:t> </a:t>
            </a:r>
            <a:r>
              <a:rPr lang="en-US" sz="2600" dirty="0" err="1"/>
              <a:t>hạn</a:t>
            </a:r>
            <a:r>
              <a:rPr lang="en-US" sz="2600" dirty="0"/>
              <a:t> </a:t>
            </a:r>
            <a:r>
              <a:rPr lang="en-US" sz="2600" dirty="0" err="1"/>
              <a:t>bên</a:t>
            </a:r>
            <a:r>
              <a:rPr lang="en-US" sz="2600" dirty="0"/>
              <a:t> </a:t>
            </a:r>
            <a:r>
              <a:rPr lang="en-US" sz="2600" dirty="0" err="1"/>
              <a:t>trái</a:t>
            </a:r>
            <a:r>
              <a:rPr lang="en-US" sz="2600" dirty="0"/>
              <a:t> </a:t>
            </a:r>
            <a:r>
              <a:rPr lang="en-US" sz="2600" dirty="0" err="1"/>
              <a:t>và</a:t>
            </a:r>
            <a:r>
              <a:rPr lang="en-US" sz="2600" dirty="0"/>
              <a:t> </a:t>
            </a:r>
            <a:r>
              <a:rPr lang="en-US" sz="2600" dirty="0" err="1"/>
              <a:t>giới</a:t>
            </a:r>
            <a:r>
              <a:rPr lang="en-US" sz="2600" dirty="0"/>
              <a:t> </a:t>
            </a:r>
            <a:r>
              <a:rPr lang="en-US" sz="2600" dirty="0" err="1"/>
              <a:t>hạn</a:t>
            </a:r>
            <a:r>
              <a:rPr lang="en-US" sz="2600" dirty="0"/>
              <a:t> </a:t>
            </a:r>
            <a:r>
              <a:rPr lang="en-US" sz="2600" dirty="0" err="1"/>
              <a:t>bên</a:t>
            </a:r>
            <a:r>
              <a:rPr lang="en-US" sz="2600" dirty="0"/>
              <a:t> </a:t>
            </a:r>
            <a:r>
              <a:rPr lang="en-US" sz="2600" dirty="0" err="1"/>
              <a:t>phải</a:t>
            </a:r>
            <a:r>
              <a:rPr lang="en-US" sz="2600" dirty="0"/>
              <a:t> </a:t>
            </a:r>
            <a:r>
              <a:rPr lang="en-US" sz="2600" dirty="0" err="1"/>
              <a:t>điểm</a:t>
            </a:r>
            <a:r>
              <a:rPr lang="en-US" sz="2600" dirty="0"/>
              <a:t> 0 </a:t>
            </a:r>
            <a:r>
              <a:rPr lang="en-US" sz="2600" dirty="0" err="1"/>
              <a:t>bằng</a:t>
            </a:r>
            <a:r>
              <a:rPr lang="en-US" sz="2600" dirty="0"/>
              <a:t> 1.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8DCE5-3A04-4675-88E4-41717DB3DBD3}" type="datetime1">
              <a:rPr lang="en-US" smtClean="0"/>
              <a:t>10/6/2021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Giải Tích I</a:t>
            </a:r>
            <a:endParaRPr lang="en-US" dirty="0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0761301"/>
              </p:ext>
            </p:extLst>
          </p:nvPr>
        </p:nvGraphicFramePr>
        <p:xfrm>
          <a:off x="2654300" y="228600"/>
          <a:ext cx="18415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53" name="Equation" r:id="rId3" imgW="1841400" imgH="888840" progId="Equation.DSMT4">
                  <p:embed/>
                </p:oleObj>
              </mc:Choice>
              <mc:Fallback>
                <p:oleObj name="Equation" r:id="rId3" imgW="1841400" imgH="8888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4300" y="228600"/>
                        <a:ext cx="1841500" cy="889000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5438907"/>
              </p:ext>
            </p:extLst>
          </p:nvPr>
        </p:nvGraphicFramePr>
        <p:xfrm>
          <a:off x="685800" y="2133600"/>
          <a:ext cx="30988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54" name="Equation" r:id="rId5" imgW="3098520" imgH="787320" progId="Equation.DSMT4">
                  <p:embed/>
                </p:oleObj>
              </mc:Choice>
              <mc:Fallback>
                <p:oleObj name="Equation" r:id="rId5" imgW="3098520" imgH="787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85800" y="2133600"/>
                        <a:ext cx="3098800" cy="787400"/>
                      </a:xfrm>
                      <a:prstGeom prst="rect">
                        <a:avLst/>
                      </a:prstGeom>
                      <a:ln>
                        <a:solidFill>
                          <a:srgbClr val="0070C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7"/>
          <p:cNvPicPr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0990" y="2057400"/>
            <a:ext cx="3686810" cy="41148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7066780"/>
              </p:ext>
            </p:extLst>
          </p:nvPr>
        </p:nvGraphicFramePr>
        <p:xfrm>
          <a:off x="838200" y="3124200"/>
          <a:ext cx="4368800" cy="318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55" name="Equation" r:id="rId8" imgW="4368600" imgH="3187440" progId="Equation.DSMT4">
                  <p:embed/>
                </p:oleObj>
              </mc:Choice>
              <mc:Fallback>
                <p:oleObj name="Equation" r:id="rId8" imgW="4368600" imgH="31874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838200" y="3124200"/>
                        <a:ext cx="4368800" cy="3187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40204" y="3088957"/>
            <a:ext cx="57419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Có</a:t>
            </a:r>
            <a:endParaRPr lang="en-US" sz="26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9431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22400"/>
            <a:ext cx="762000" cy="533400"/>
          </a:xfrm>
        </p:spPr>
        <p:txBody>
          <a:bodyPr/>
          <a:lstStyle/>
          <a:p>
            <a:r>
              <a:rPr lang="en-US" dirty="0" err="1"/>
              <a:t>Mà</a:t>
            </a:r>
            <a:r>
              <a:rPr lang="en-US" dirty="0"/>
              <a:t>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8DCE5-3A04-4675-88E4-41717DB3DBD3}" type="datetime1">
              <a:rPr lang="en-US" smtClean="0"/>
              <a:t>10/6/2021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Giải Tích I</a:t>
            </a:r>
            <a:endParaRPr lang="en-US" dirty="0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7913672"/>
              </p:ext>
            </p:extLst>
          </p:nvPr>
        </p:nvGraphicFramePr>
        <p:xfrm>
          <a:off x="990600" y="1270000"/>
          <a:ext cx="38354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77" name="Equation" r:id="rId3" imgW="3835080" imgH="787320" progId="Equation.DSMT4">
                  <p:embed/>
                </p:oleObj>
              </mc:Choice>
              <mc:Fallback>
                <p:oleObj name="Equation" r:id="rId3" imgW="3835080" imgH="787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90600" y="1270000"/>
                        <a:ext cx="38354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74825" y="2342852"/>
            <a:ext cx="8159576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Do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hàm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sin θ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θ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hàm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lẻ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nên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(sin θ)/ θ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hàm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chẵn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Đồ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thị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hàm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đối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xứng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qua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trục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oy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xem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hình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vẽ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Giới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hạn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bên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trái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điểm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0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tồn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tại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giá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trị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bằng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giới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hạn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bên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phải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điểm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0:</a:t>
            </a: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939871"/>
              </p:ext>
            </p:extLst>
          </p:nvPr>
        </p:nvGraphicFramePr>
        <p:xfrm>
          <a:off x="1625600" y="4572000"/>
          <a:ext cx="53086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78" name="Equation" r:id="rId5" imgW="5308560" imgH="787320" progId="Equation.DSMT4">
                  <p:embed/>
                </p:oleObj>
              </mc:Choice>
              <mc:Fallback>
                <p:oleObj name="Equation" r:id="rId5" imgW="5308560" imgH="787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625600" y="4572000"/>
                        <a:ext cx="53086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686800" cy="1020762"/>
          </a:xfrm>
        </p:spPr>
        <p:txBody>
          <a:bodyPr/>
          <a:lstStyle/>
          <a:p>
            <a:r>
              <a:rPr lang="en-US" i="1" u="sng" dirty="0" err="1"/>
              <a:t>Chứng</a:t>
            </a:r>
            <a:r>
              <a:rPr lang="en-US" i="1" u="sng" dirty="0"/>
              <a:t> minh</a:t>
            </a:r>
          </a:p>
        </p:txBody>
      </p:sp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2730939"/>
              </p:ext>
            </p:extLst>
          </p:nvPr>
        </p:nvGraphicFramePr>
        <p:xfrm>
          <a:off x="2654300" y="228600"/>
          <a:ext cx="18415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79" name="Equation" r:id="rId7" imgW="1841400" imgH="888840" progId="Equation.DSMT4">
                  <p:embed/>
                </p:oleObj>
              </mc:Choice>
              <mc:Fallback>
                <p:oleObj name="Equation" r:id="rId7" imgW="1841400" imgH="8888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4300" y="228600"/>
                        <a:ext cx="1841500" cy="889000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139751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err="1"/>
              <a:t>Ví</a:t>
            </a:r>
            <a:r>
              <a:rPr lang="en-US" b="1" i="1" dirty="0"/>
              <a:t> </a:t>
            </a:r>
            <a:r>
              <a:rPr lang="en-US" b="1" i="1" dirty="0" err="1"/>
              <a:t>dụ</a:t>
            </a:r>
            <a:endParaRPr lang="en-US" b="1" i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8DCE5-3A04-4675-88E4-41717DB3DBD3}" type="datetime1">
              <a:rPr lang="en-US" smtClean="0"/>
              <a:t>10/6/2021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Giải Tích I</a:t>
            </a:r>
            <a:endParaRPr lang="en-US" dirty="0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8425376"/>
              </p:ext>
            </p:extLst>
          </p:nvPr>
        </p:nvGraphicFramePr>
        <p:xfrm>
          <a:off x="482600" y="1295400"/>
          <a:ext cx="43180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70" name="Equation" r:id="rId3" imgW="4317840" imgH="787320" progId="Equation.DSMT4">
                  <p:embed/>
                </p:oleObj>
              </mc:Choice>
              <mc:Fallback>
                <p:oleObj name="Equation" r:id="rId3" imgW="4317840" imgH="787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82600" y="1295400"/>
                        <a:ext cx="43180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601731"/>
              </p:ext>
            </p:extLst>
          </p:nvPr>
        </p:nvGraphicFramePr>
        <p:xfrm>
          <a:off x="457200" y="2552700"/>
          <a:ext cx="5181600" cy="179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71" name="Equation" r:id="rId5" imgW="5181480" imgH="1790640" progId="Equation.DSMT4">
                  <p:embed/>
                </p:oleObj>
              </mc:Choice>
              <mc:Fallback>
                <p:oleObj name="Equation" r:id="rId5" imgW="5181480" imgH="1790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57200" y="2552700"/>
                        <a:ext cx="5181600" cy="179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853093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err="1"/>
              <a:t>Định</a:t>
            </a:r>
            <a:r>
              <a:rPr lang="en-US" b="1" i="1" dirty="0"/>
              <a:t> </a:t>
            </a:r>
            <a:r>
              <a:rPr lang="en-US" b="1" i="1" dirty="0" err="1"/>
              <a:t>lý</a:t>
            </a:r>
            <a:endParaRPr lang="en-US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19200"/>
            <a:ext cx="8686800" cy="289560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marL="0">
              <a:lnSpc>
                <a:spcPct val="15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dirty="0"/>
              <a:t>Cho </a:t>
            </a:r>
            <a:r>
              <a:rPr lang="en-US" i="1" dirty="0"/>
              <a:t>f</a:t>
            </a:r>
            <a:r>
              <a:rPr lang="en-US" dirty="0"/>
              <a:t> 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hàm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, </a:t>
            </a:r>
            <a:r>
              <a:rPr lang="en-US" dirty="0" err="1">
                <a:solidFill>
                  <a:srgbClr val="FF0000"/>
                </a:solidFill>
              </a:rPr>
              <a:t>tăng</a:t>
            </a:r>
            <a:r>
              <a:rPr lang="en-US" dirty="0"/>
              <a:t> (</a:t>
            </a:r>
            <a:r>
              <a:rPr lang="en-US" dirty="0" err="1">
                <a:solidFill>
                  <a:srgbClr val="0070C0"/>
                </a:solidFill>
              </a:rPr>
              <a:t>giảm</a:t>
            </a:r>
            <a:r>
              <a:rPr lang="en-US" dirty="0"/>
              <a:t>)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b="1" dirty="0"/>
              <a:t>R</a:t>
            </a:r>
            <a:r>
              <a:rPr lang="en-US" dirty="0"/>
              <a:t>;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, 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i="1" dirty="0"/>
              <a:t>f</a:t>
            </a:r>
            <a:r>
              <a:rPr lang="en-US" dirty="0"/>
              <a:t>  </a:t>
            </a:r>
            <a:r>
              <a:rPr lang="en-US" dirty="0" err="1">
                <a:solidFill>
                  <a:srgbClr val="FF0000"/>
                </a:solidFill>
              </a:rPr>
              <a:t>bị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chặn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trên</a:t>
            </a:r>
            <a:r>
              <a:rPr lang="en-US" dirty="0"/>
              <a:t>, </a:t>
            </a:r>
            <a:r>
              <a:rPr lang="en-US" dirty="0" err="1"/>
              <a:t>nghĩa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tồn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M </a:t>
            </a:r>
            <a:r>
              <a:rPr lang="en-US" dirty="0" err="1"/>
              <a:t>sao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f(x) ≤ M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mọi</a:t>
            </a:r>
            <a:r>
              <a:rPr lang="en-US" dirty="0"/>
              <a:t> x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b="1" dirty="0"/>
              <a:t>R</a:t>
            </a:r>
            <a:r>
              <a:rPr lang="en-US" dirty="0"/>
              <a:t> (</a:t>
            </a:r>
            <a:r>
              <a:rPr lang="en-US" dirty="0" err="1">
                <a:solidFill>
                  <a:srgbClr val="0070C0"/>
                </a:solidFill>
              </a:rPr>
              <a:t>bị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chặn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dưới</a:t>
            </a:r>
            <a:r>
              <a:rPr lang="en-US" dirty="0"/>
              <a:t> </a:t>
            </a:r>
            <a:r>
              <a:rPr lang="en-US" dirty="0" err="1"/>
              <a:t>nghĩa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tồn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N </a:t>
            </a:r>
            <a:r>
              <a:rPr lang="en-US" dirty="0" err="1"/>
              <a:t>sao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f(x) ≥ N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mọi</a:t>
            </a:r>
            <a:r>
              <a:rPr lang="en-US" dirty="0"/>
              <a:t> x </a:t>
            </a:r>
            <a:r>
              <a:rPr lang="en-US" dirty="0" err="1"/>
              <a:t>thuộc</a:t>
            </a:r>
            <a:r>
              <a:rPr lang="en-US" dirty="0"/>
              <a:t> R) </a:t>
            </a:r>
            <a:r>
              <a:rPr lang="en-US" dirty="0" err="1"/>
              <a:t>thì</a:t>
            </a:r>
            <a:r>
              <a:rPr lang="en-US" dirty="0"/>
              <a:t>: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8DCE5-3A04-4675-88E4-41717DB3DBD3}" type="datetime1">
              <a:rPr lang="en-US" smtClean="0"/>
              <a:t>10/6/2021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Giải Tích I</a:t>
            </a:r>
            <a:endParaRPr lang="en-US" dirty="0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7955988"/>
              </p:ext>
            </p:extLst>
          </p:nvPr>
        </p:nvGraphicFramePr>
        <p:xfrm>
          <a:off x="3276600" y="3187700"/>
          <a:ext cx="18923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26" name="Equation" r:id="rId3" imgW="1892160" imgH="774360" progId="Equation.DSMT4">
                  <p:embed/>
                </p:oleObj>
              </mc:Choice>
              <mc:Fallback>
                <p:oleObj name="Equation" r:id="rId3" imgW="189216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76600" y="3187700"/>
                        <a:ext cx="18923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81000" y="4648200"/>
            <a:ext cx="152958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b="1" u="sng" dirty="0" err="1">
                <a:latin typeface="Times New Roman" pitchFamily="18" charset="0"/>
                <a:cs typeface="Times New Roman" pitchFamily="18" charset="0"/>
              </a:rPr>
              <a:t>Áp</a:t>
            </a:r>
            <a:r>
              <a:rPr lang="en-US" sz="2600" b="1" u="sng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b="1" u="sng" dirty="0" err="1">
                <a:latin typeface="Times New Roman" pitchFamily="18" charset="0"/>
                <a:cs typeface="Times New Roman" pitchFamily="18" charset="0"/>
              </a:rPr>
              <a:t>dụng</a:t>
            </a:r>
            <a:r>
              <a:rPr lang="en-US" sz="2600" b="1" u="sng" dirty="0"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1061044"/>
              </p:ext>
            </p:extLst>
          </p:nvPr>
        </p:nvGraphicFramePr>
        <p:xfrm>
          <a:off x="2133600" y="4470400"/>
          <a:ext cx="41910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27" name="Equation" r:id="rId5" imgW="4190760" imgH="939600" progId="Equation.DSMT4">
                  <p:embed/>
                </p:oleObj>
              </mc:Choice>
              <mc:Fallback>
                <p:oleObj name="Equation" r:id="rId5" imgW="4190760" imgH="939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33600" y="4470400"/>
                        <a:ext cx="4191000" cy="939800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6908830"/>
              </p:ext>
            </p:extLst>
          </p:nvPr>
        </p:nvGraphicFramePr>
        <p:xfrm>
          <a:off x="2133600" y="5638800"/>
          <a:ext cx="19812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28" name="Equation" r:id="rId7" imgW="1981080" imgH="723600" progId="Equation.DSMT4">
                  <p:embed/>
                </p:oleObj>
              </mc:Choice>
              <mc:Fallback>
                <p:oleObj name="Equation" r:id="rId7" imgW="198108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133600" y="5638800"/>
                        <a:ext cx="1981200" cy="723900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605342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err="1"/>
              <a:t>Ví</a:t>
            </a:r>
            <a:r>
              <a:rPr lang="en-US" b="1" i="1" dirty="0"/>
              <a:t> </a:t>
            </a:r>
            <a:r>
              <a:rPr lang="en-US" b="1" i="1" dirty="0" err="1"/>
              <a:t>dụ</a:t>
            </a:r>
            <a:endParaRPr lang="en-US" b="1" i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8DCE5-3A04-4675-88E4-41717DB3DBD3}" type="datetime1">
              <a:rPr lang="en-US" smtClean="0"/>
              <a:t>10/6/2021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Giải Tích I</a:t>
            </a:r>
            <a:endParaRPr lang="en-US" dirty="0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8540433"/>
              </p:ext>
            </p:extLst>
          </p:nvPr>
        </p:nvGraphicFramePr>
        <p:xfrm>
          <a:off x="355600" y="1295400"/>
          <a:ext cx="2997200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81" name="Equation" r:id="rId3" imgW="2997000" imgH="1104840" progId="Equation.DSMT4">
                  <p:embed/>
                </p:oleObj>
              </mc:Choice>
              <mc:Fallback>
                <p:oleObj name="Equation" r:id="rId3" imgW="2997000" imgH="11048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5600" y="1295400"/>
                        <a:ext cx="2997200" cy="1104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2857084"/>
              </p:ext>
            </p:extLst>
          </p:nvPr>
        </p:nvGraphicFramePr>
        <p:xfrm>
          <a:off x="368300" y="2514600"/>
          <a:ext cx="3213100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82" name="Equation" r:id="rId5" imgW="3213000" imgH="1054080" progId="Equation.DSMT4">
                  <p:embed/>
                </p:oleObj>
              </mc:Choice>
              <mc:Fallback>
                <p:oleObj name="Equation" r:id="rId5" imgW="3213000" imgH="1054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68300" y="2514600"/>
                        <a:ext cx="3213100" cy="1054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1173597"/>
              </p:ext>
            </p:extLst>
          </p:nvPr>
        </p:nvGraphicFramePr>
        <p:xfrm>
          <a:off x="304800" y="3733800"/>
          <a:ext cx="71501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83" name="Equation" r:id="rId7" imgW="7149960" imgH="1066680" progId="Equation.DSMT4">
                  <p:embed/>
                </p:oleObj>
              </mc:Choice>
              <mc:Fallback>
                <p:oleObj name="Equation" r:id="rId7" imgW="7149960" imgH="1066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04800" y="3733800"/>
                        <a:ext cx="7150100" cy="1066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592468"/>
              </p:ext>
            </p:extLst>
          </p:nvPr>
        </p:nvGraphicFramePr>
        <p:xfrm>
          <a:off x="304800" y="4800600"/>
          <a:ext cx="6172200" cy="147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84" name="Equation" r:id="rId9" imgW="6172200" imgH="1473120" progId="Equation.DSMT4">
                  <p:embed/>
                </p:oleObj>
              </mc:Choice>
              <mc:Fallback>
                <p:oleObj name="Equation" r:id="rId9" imgW="6172200" imgH="1473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04800" y="4800600"/>
                        <a:ext cx="6172200" cy="147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684818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3. </a:t>
            </a:r>
            <a:r>
              <a:rPr lang="en-US" b="1" dirty="0" err="1"/>
              <a:t>Vô</a:t>
            </a:r>
            <a:r>
              <a:rPr lang="en-US" b="1" dirty="0"/>
              <a:t> </a:t>
            </a:r>
            <a:r>
              <a:rPr lang="en-US" b="1" dirty="0" err="1"/>
              <a:t>cùng</a:t>
            </a:r>
            <a:r>
              <a:rPr lang="en-US" b="1" dirty="0"/>
              <a:t> </a:t>
            </a:r>
            <a:r>
              <a:rPr lang="en-US" b="1" dirty="0" err="1"/>
              <a:t>bé</a:t>
            </a:r>
            <a:r>
              <a:rPr lang="en-US" b="1" dirty="0"/>
              <a:t>, </a:t>
            </a:r>
            <a:r>
              <a:rPr lang="en-US" b="1" dirty="0" err="1"/>
              <a:t>vô</a:t>
            </a:r>
            <a:r>
              <a:rPr lang="en-US" b="1" dirty="0"/>
              <a:t> </a:t>
            </a:r>
            <a:r>
              <a:rPr lang="en-US" b="1" dirty="0" err="1"/>
              <a:t>cùng</a:t>
            </a:r>
            <a:r>
              <a:rPr lang="en-US" b="1" dirty="0"/>
              <a:t> </a:t>
            </a:r>
            <a:r>
              <a:rPr lang="en-US" b="1" dirty="0" err="1"/>
              <a:t>lớn</a:t>
            </a:r>
            <a:endParaRPr lang="en-US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8DCE5-3A04-4675-88E4-41717DB3DBD3}" type="datetime1">
              <a:rPr lang="en-US" smtClean="0"/>
              <a:t>10/6/2021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Giải Tích I</a:t>
            </a:r>
            <a:endParaRPr lang="en-US" dirty="0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9716734"/>
              </p:ext>
            </p:extLst>
          </p:nvPr>
        </p:nvGraphicFramePr>
        <p:xfrm>
          <a:off x="457200" y="1295400"/>
          <a:ext cx="35687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540" name="Equation" r:id="rId3" imgW="3568680" imgH="545760" progId="Equation.DSMT4">
                  <p:embed/>
                </p:oleObj>
              </mc:Choice>
              <mc:Fallback>
                <p:oleObj name="Equation" r:id="rId3" imgW="3568680" imgH="54576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1295400"/>
                        <a:ext cx="3568700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1297241"/>
              </p:ext>
            </p:extLst>
          </p:nvPr>
        </p:nvGraphicFramePr>
        <p:xfrm>
          <a:off x="533400" y="2057400"/>
          <a:ext cx="35941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541" name="Equation" r:id="rId5" imgW="3593880" imgH="545760" progId="Equation.DSMT4">
                  <p:embed/>
                </p:oleObj>
              </mc:Choice>
              <mc:Fallback>
                <p:oleObj name="Equation" r:id="rId5" imgW="3593880" imgH="5457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33400" y="2057400"/>
                        <a:ext cx="3594100" cy="546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2572811"/>
              </p:ext>
            </p:extLst>
          </p:nvPr>
        </p:nvGraphicFramePr>
        <p:xfrm>
          <a:off x="685800" y="3429000"/>
          <a:ext cx="28067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542" name="Equation" r:id="rId7" imgW="2806560" imgH="888840" progId="Equation.DSMT4">
                  <p:embed/>
                </p:oleObj>
              </mc:Choice>
              <mc:Fallback>
                <p:oleObj name="Equation" r:id="rId7" imgW="2806560" imgH="8888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3429000"/>
                        <a:ext cx="2806700" cy="889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Content Placeholder 2"/>
          <p:cNvSpPr txBox="1">
            <a:spLocks/>
          </p:cNvSpPr>
          <p:nvPr/>
        </p:nvSpPr>
        <p:spPr>
          <a:xfrm>
            <a:off x="3429000" y="3505200"/>
            <a:ext cx="3429000" cy="762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lnSpc>
                <a:spcPct val="150000"/>
              </a:lnSpc>
              <a:spcBef>
                <a:spcPct val="20000"/>
              </a:spcBef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: VCB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bậc</a:t>
            </a:r>
            <a:r>
              <a:rPr kumimoji="0" lang="en-US" sz="24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2400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cao</a:t>
            </a:r>
            <a:r>
              <a:rPr kumimoji="0" lang="en-US" sz="24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2400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hơn</a:t>
            </a:r>
            <a:r>
              <a:rPr kumimoji="0" lang="en-US" sz="24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400" i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(x)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7634701"/>
              </p:ext>
            </p:extLst>
          </p:nvPr>
        </p:nvGraphicFramePr>
        <p:xfrm>
          <a:off x="6705600" y="3657600"/>
          <a:ext cx="21336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543" name="Equation" r:id="rId9" imgW="2133360" imgH="482400" progId="Equation.DSMT4">
                  <p:embed/>
                </p:oleObj>
              </mc:Choice>
              <mc:Fallback>
                <p:oleObj name="Equation" r:id="rId9" imgW="213336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3657600"/>
                        <a:ext cx="21336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6102510"/>
              </p:ext>
            </p:extLst>
          </p:nvPr>
        </p:nvGraphicFramePr>
        <p:xfrm>
          <a:off x="609600" y="4445000"/>
          <a:ext cx="21971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544" name="Equation" r:id="rId11" imgW="2197080" imgH="888840" progId="Equation.DSMT4">
                  <p:embed/>
                </p:oleObj>
              </mc:Choice>
              <mc:Fallback>
                <p:oleObj name="Equation" r:id="rId11" imgW="2197080" imgH="8888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4445000"/>
                        <a:ext cx="2197100" cy="889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Content Placeholder 2"/>
          <p:cNvSpPr txBox="1">
            <a:spLocks/>
          </p:cNvSpPr>
          <p:nvPr/>
        </p:nvSpPr>
        <p:spPr>
          <a:xfrm>
            <a:off x="2971800" y="4495800"/>
            <a:ext cx="3429000" cy="762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lnSpc>
                <a:spcPct val="150000"/>
              </a:lnSpc>
              <a:spcBef>
                <a:spcPct val="20000"/>
              </a:spcBef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400" i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(x)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cùng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bậc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với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400" i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(x)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4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8596353"/>
              </p:ext>
            </p:extLst>
          </p:nvPr>
        </p:nvGraphicFramePr>
        <p:xfrm>
          <a:off x="6172200" y="4648200"/>
          <a:ext cx="22479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545" name="Equation" r:id="rId13" imgW="2247840" imgH="482400" progId="Equation.DSMT4">
                  <p:embed/>
                </p:oleObj>
              </mc:Choice>
              <mc:Fallback>
                <p:oleObj name="Equation" r:id="rId13" imgW="224784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0" y="4648200"/>
                        <a:ext cx="22479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4571575"/>
              </p:ext>
            </p:extLst>
          </p:nvPr>
        </p:nvGraphicFramePr>
        <p:xfrm>
          <a:off x="685800" y="5410200"/>
          <a:ext cx="20193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546" name="Equation" r:id="rId15" imgW="2019240" imgH="888840" progId="Equation.DSMT4">
                  <p:embed/>
                </p:oleObj>
              </mc:Choice>
              <mc:Fallback>
                <p:oleObj name="Equation" r:id="rId15" imgW="2019240" imgH="8888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5410200"/>
                        <a:ext cx="2019300" cy="889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Content Placeholder 2"/>
          <p:cNvSpPr txBox="1">
            <a:spLocks/>
          </p:cNvSpPr>
          <p:nvPr/>
        </p:nvSpPr>
        <p:spPr>
          <a:xfrm>
            <a:off x="2667000" y="5486400"/>
            <a:ext cx="3962400" cy="762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lnSpc>
                <a:spcPct val="150000"/>
              </a:lnSpc>
              <a:spcBef>
                <a:spcPct val="20000"/>
              </a:spcBef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400" i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(x)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tương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đương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với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400" i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(x)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7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4307677"/>
              </p:ext>
            </p:extLst>
          </p:nvPr>
        </p:nvGraphicFramePr>
        <p:xfrm>
          <a:off x="6248400" y="5638800"/>
          <a:ext cx="17653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547" name="Equation" r:id="rId17" imgW="1765080" imgH="431640" progId="Equation.DSMT4">
                  <p:embed/>
                </p:oleObj>
              </mc:Choice>
              <mc:Fallback>
                <p:oleObj name="Equation" r:id="rId17" imgW="17650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5638800"/>
                        <a:ext cx="17653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0049624"/>
              </p:ext>
            </p:extLst>
          </p:nvPr>
        </p:nvGraphicFramePr>
        <p:xfrm>
          <a:off x="914400" y="2844800"/>
          <a:ext cx="3302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548" name="Equation" r:id="rId19" imgW="3302000" imgH="431800" progId="Equation.DSMT4">
                  <p:embed/>
                </p:oleObj>
              </mc:Choice>
              <mc:Fallback>
                <p:oleObj name="Equation" r:id="rId19" imgW="3302000" imgH="4318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844800"/>
                        <a:ext cx="33020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152400" y="2819400"/>
            <a:ext cx="74090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Cho</a:t>
            </a:r>
          </a:p>
        </p:txBody>
      </p:sp>
    </p:spTree>
    <p:extLst>
      <p:ext uri="{BB962C8B-B14F-4D97-AF65-F5344CB8AC3E}">
        <p14:creationId xmlns:p14="http://schemas.microsoft.com/office/powerpoint/2010/main" val="9491683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3. </a:t>
            </a:r>
            <a:r>
              <a:rPr lang="en-US" b="1" dirty="0" err="1"/>
              <a:t>Vô</a:t>
            </a:r>
            <a:r>
              <a:rPr lang="en-US" b="1" dirty="0"/>
              <a:t> </a:t>
            </a:r>
            <a:r>
              <a:rPr lang="en-US" b="1" dirty="0" err="1"/>
              <a:t>cùng</a:t>
            </a:r>
            <a:r>
              <a:rPr lang="en-US" b="1" dirty="0"/>
              <a:t> </a:t>
            </a:r>
            <a:r>
              <a:rPr lang="en-US" b="1" dirty="0" err="1"/>
              <a:t>bé</a:t>
            </a:r>
            <a:r>
              <a:rPr lang="en-US" b="1" dirty="0"/>
              <a:t>, </a:t>
            </a:r>
            <a:r>
              <a:rPr lang="en-US" b="1" dirty="0" err="1"/>
              <a:t>vô</a:t>
            </a:r>
            <a:r>
              <a:rPr lang="en-US" b="1" dirty="0"/>
              <a:t> </a:t>
            </a:r>
            <a:r>
              <a:rPr lang="en-US" b="1" dirty="0" err="1"/>
              <a:t>cùng</a:t>
            </a:r>
            <a:r>
              <a:rPr lang="en-US" b="1" dirty="0"/>
              <a:t> </a:t>
            </a:r>
            <a:r>
              <a:rPr lang="en-US" b="1" dirty="0" err="1"/>
              <a:t>lớn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8DCE5-3A04-4675-88E4-41717DB3DBD3}" type="datetime1">
              <a:rPr lang="en-US" smtClean="0"/>
              <a:t>10/6/2021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Giải Tích I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04800" y="1219200"/>
            <a:ext cx="8686800" cy="609600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 err="1">
                <a:solidFill>
                  <a:schemeClr val="tx1"/>
                </a:solidFill>
              </a:rPr>
              <a:t>Xét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độ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dốc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hội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tụ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về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số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không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VCB </a:t>
            </a:r>
            <a:r>
              <a:rPr lang="en-US" dirty="0" err="1"/>
              <a:t>khi</a:t>
            </a:r>
            <a:r>
              <a:rPr lang="en-US" dirty="0"/>
              <a:t> x→x</a:t>
            </a:r>
            <a:r>
              <a:rPr lang="en-US" baseline="-25000" dirty="0"/>
              <a:t>0</a:t>
            </a:r>
            <a:endParaRPr lang="en-US" dirty="0"/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5219112"/>
              </p:ext>
            </p:extLst>
          </p:nvPr>
        </p:nvGraphicFramePr>
        <p:xfrm>
          <a:off x="941388" y="2133600"/>
          <a:ext cx="50546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74" name="Equation" r:id="rId3" imgW="5054400" imgH="1066680" progId="Equation.DSMT4">
                  <p:embed/>
                </p:oleObj>
              </mc:Choice>
              <mc:Fallback>
                <p:oleObj name="Equation" r:id="rId3" imgW="5054400" imgH="1066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1388" y="2133600"/>
                        <a:ext cx="5054600" cy="1066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4435342"/>
              </p:ext>
            </p:extLst>
          </p:nvPr>
        </p:nvGraphicFramePr>
        <p:xfrm>
          <a:off x="965200" y="3429000"/>
          <a:ext cx="30734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75" name="Equation" r:id="rId5" imgW="3073320" imgH="990360" progId="Equation.DSMT4">
                  <p:embed/>
                </p:oleObj>
              </mc:Choice>
              <mc:Fallback>
                <p:oleObj name="Equation" r:id="rId5" imgW="3073320" imgH="990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5200" y="3429000"/>
                        <a:ext cx="3073400" cy="990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27000" y="2133600"/>
            <a:ext cx="838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Nếu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71626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err="1"/>
              <a:t>Ví</a:t>
            </a:r>
            <a:r>
              <a:rPr lang="en-US" b="1" i="1" dirty="0"/>
              <a:t> </a:t>
            </a:r>
            <a:r>
              <a:rPr lang="en-US" b="1" i="1" dirty="0" err="1"/>
              <a:t>dụ</a:t>
            </a:r>
            <a:endParaRPr lang="en-US" b="1" i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8DCE5-3A04-4675-88E4-41717DB3DBD3}" type="datetime1">
              <a:rPr lang="en-US" smtClean="0"/>
              <a:t>10/6/2021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Giải Tích I</a:t>
            </a:r>
            <a:endParaRPr lang="en-US" dirty="0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1458345"/>
              </p:ext>
            </p:extLst>
          </p:nvPr>
        </p:nvGraphicFramePr>
        <p:xfrm>
          <a:off x="304800" y="2362200"/>
          <a:ext cx="7073900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00" name="Equation" r:id="rId3" imgW="7073640" imgH="1218960" progId="Equation.DSMT4">
                  <p:embed/>
                </p:oleObj>
              </mc:Choice>
              <mc:Fallback>
                <p:oleObj name="Equation" r:id="rId3" imgW="7073640" imgH="1218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4800" y="2362200"/>
                        <a:ext cx="7073900" cy="1219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5044866"/>
              </p:ext>
            </p:extLst>
          </p:nvPr>
        </p:nvGraphicFramePr>
        <p:xfrm>
          <a:off x="381000" y="1447800"/>
          <a:ext cx="40894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01" name="Equation" r:id="rId5" imgW="4089240" imgH="787320" progId="Equation.DSMT4">
                  <p:embed/>
                </p:oleObj>
              </mc:Choice>
              <mc:Fallback>
                <p:oleObj name="Equation" r:id="rId5" imgW="4089240" imgH="787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81000" y="1447800"/>
                        <a:ext cx="40894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907870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38200"/>
          </a:xfrm>
        </p:spPr>
        <p:txBody>
          <a:bodyPr/>
          <a:lstStyle/>
          <a:p>
            <a:r>
              <a:rPr lang="en-US" b="1" dirty="0"/>
              <a:t>4. </a:t>
            </a:r>
            <a:r>
              <a:rPr lang="en-US" b="1" dirty="0" err="1"/>
              <a:t>Một</a:t>
            </a:r>
            <a:r>
              <a:rPr lang="en-US" b="1" dirty="0"/>
              <a:t> </a:t>
            </a:r>
            <a:r>
              <a:rPr lang="en-US" b="1" dirty="0" err="1"/>
              <a:t>số</a:t>
            </a:r>
            <a:r>
              <a:rPr lang="en-US" b="1" dirty="0"/>
              <a:t> </a:t>
            </a:r>
            <a:r>
              <a:rPr lang="en-US" b="1" dirty="0" err="1"/>
              <a:t>dạng</a:t>
            </a:r>
            <a:r>
              <a:rPr lang="en-US" b="1" dirty="0"/>
              <a:t> </a:t>
            </a:r>
            <a:r>
              <a:rPr lang="en-US" b="1" dirty="0" err="1"/>
              <a:t>vô</a:t>
            </a:r>
            <a:r>
              <a:rPr lang="en-US" b="1" dirty="0"/>
              <a:t> </a:t>
            </a:r>
            <a:r>
              <a:rPr lang="en-US" b="1" dirty="0" err="1"/>
              <a:t>định</a:t>
            </a:r>
            <a:r>
              <a:rPr lang="en-US" b="1" dirty="0"/>
              <a:t> </a:t>
            </a:r>
            <a:r>
              <a:rPr lang="en-US" b="1" dirty="0" err="1"/>
              <a:t>thường</a:t>
            </a:r>
            <a:r>
              <a:rPr lang="en-US" b="1" dirty="0"/>
              <a:t> </a:t>
            </a:r>
            <a:r>
              <a:rPr lang="en-US" b="1" dirty="0" err="1"/>
              <a:t>gặp</a:t>
            </a:r>
            <a:endParaRPr lang="en-US" b="1" dirty="0"/>
          </a:p>
        </p:txBody>
      </p:sp>
      <p:sp>
        <p:nvSpPr>
          <p:cNvPr id="7" name="Subtitle 2"/>
          <p:cNvSpPr txBox="1">
            <a:spLocks/>
          </p:cNvSpPr>
          <p:nvPr/>
        </p:nvSpPr>
        <p:spPr>
          <a:xfrm>
            <a:off x="76200" y="914400"/>
            <a:ext cx="8991600" cy="487680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Tính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giới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hạn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hàm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số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182880" marR="0" lvl="0" indent="-342900" algn="l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 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Dạng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</a:p>
          <a:p>
            <a:pPr marL="182880" marR="0" lvl="0" indent="-342900" algn="l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 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Dạng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182880" marR="0" lvl="0" indent="-342900" algn="l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 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Dạng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 </a:t>
            </a:r>
          </a:p>
          <a:p>
            <a:pPr marL="182880" marR="0" lvl="0" indent="-342900" algn="l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 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Dạng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182880" marR="0" lvl="0" indent="-342900" algn="l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 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Dạng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6739302"/>
              </p:ext>
            </p:extLst>
          </p:nvPr>
        </p:nvGraphicFramePr>
        <p:xfrm>
          <a:off x="2133600" y="2514600"/>
          <a:ext cx="228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80" name="Equation" r:id="rId3" imgW="228600" imgH="736560" progId="Equation.DSMT4">
                  <p:embed/>
                </p:oleObj>
              </mc:Choice>
              <mc:Fallback>
                <p:oleObj name="Equation" r:id="rId3" imgW="228600" imgH="73656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2514600"/>
                        <a:ext cx="2286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2026872"/>
              </p:ext>
            </p:extLst>
          </p:nvPr>
        </p:nvGraphicFramePr>
        <p:xfrm>
          <a:off x="2057400" y="1676400"/>
          <a:ext cx="3048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81" name="Equation" r:id="rId5" imgW="304560" imgH="723600" progId="Equation.DSMT4">
                  <p:embed/>
                </p:oleObj>
              </mc:Choice>
              <mc:Fallback>
                <p:oleObj name="Equation" r:id="rId5" imgW="304560" imgH="72360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1676400"/>
                        <a:ext cx="304800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002081"/>
              </p:ext>
            </p:extLst>
          </p:nvPr>
        </p:nvGraphicFramePr>
        <p:xfrm>
          <a:off x="1905000" y="3581400"/>
          <a:ext cx="7366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82" name="Equation" r:id="rId7" imgW="736560" imgH="203040" progId="Equation.DSMT4">
                  <p:embed/>
                </p:oleObj>
              </mc:Choice>
              <mc:Fallback>
                <p:oleObj name="Equation" r:id="rId7" imgW="736560" imgH="20304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3581400"/>
                        <a:ext cx="736600" cy="203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0416827"/>
              </p:ext>
            </p:extLst>
          </p:nvPr>
        </p:nvGraphicFramePr>
        <p:xfrm>
          <a:off x="2057400" y="4292600"/>
          <a:ext cx="4699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83" name="Equation" r:id="rId9" imgW="469800" imgH="279360" progId="Equation.DSMT4">
                  <p:embed/>
                </p:oleObj>
              </mc:Choice>
              <mc:Fallback>
                <p:oleObj name="Equation" r:id="rId9" imgW="469800" imgH="27936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4292600"/>
                        <a:ext cx="469900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8703575"/>
              </p:ext>
            </p:extLst>
          </p:nvPr>
        </p:nvGraphicFramePr>
        <p:xfrm>
          <a:off x="2070100" y="4991100"/>
          <a:ext cx="1206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84" name="Equation" r:id="rId11" imgW="1206360" imgH="406080" progId="Equation.DSMT4">
                  <p:embed/>
                </p:oleObj>
              </mc:Choice>
              <mc:Fallback>
                <p:oleObj name="Equation" r:id="rId11" imgW="1206360" imgH="40608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0100" y="4991100"/>
                        <a:ext cx="12065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D6A3E-F905-4FC5-8B47-0D8F0F5C9B73}" type="datetime1">
              <a:rPr lang="en-US" smtClean="0"/>
              <a:t>10/6/2021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Giải Tích I</a:t>
            </a:r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686800" cy="990600"/>
          </a:xfrm>
        </p:spPr>
        <p:txBody>
          <a:bodyPr>
            <a:normAutofit/>
          </a:bodyPr>
          <a:lstStyle/>
          <a:p>
            <a:r>
              <a:rPr lang="en-US" b="1" dirty="0" err="1"/>
              <a:t>Dạng</a:t>
            </a:r>
            <a:r>
              <a:rPr lang="en-US" b="1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95400"/>
            <a:ext cx="8686800" cy="5181600"/>
          </a:xfrm>
        </p:spPr>
        <p:txBody>
          <a:bodyPr>
            <a:normAutofit/>
          </a:bodyPr>
          <a:lstStyle/>
          <a:p>
            <a:pPr marL="457200" indent="-457200">
              <a:lnSpc>
                <a:spcPct val="200000"/>
              </a:lnSpc>
              <a:spcBef>
                <a:spcPts val="12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en-US" i="1" dirty="0"/>
              <a:t>f(x) – </a:t>
            </a:r>
            <a:r>
              <a:rPr lang="en-US" dirty="0" err="1"/>
              <a:t>hàm</a:t>
            </a:r>
            <a:r>
              <a:rPr lang="en-US" dirty="0"/>
              <a:t> </a:t>
            </a:r>
            <a:r>
              <a:rPr lang="en-US" dirty="0" err="1"/>
              <a:t>hữu</a:t>
            </a:r>
            <a:r>
              <a:rPr lang="en-US" dirty="0"/>
              <a:t> </a:t>
            </a:r>
            <a:r>
              <a:rPr lang="en-US" dirty="0" err="1"/>
              <a:t>tỷ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i="1" dirty="0"/>
              <a:t>x</a:t>
            </a:r>
            <a:r>
              <a:rPr lang="en-US" dirty="0"/>
              <a:t> , </a:t>
            </a:r>
          </a:p>
          <a:p>
            <a:pPr marL="457200">
              <a:lnSpc>
                <a:spcPct val="200000"/>
              </a:lnSpc>
              <a:spcBef>
                <a:spcPts val="12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en-US" dirty="0" err="1"/>
              <a:t>Nếu</a:t>
            </a:r>
            <a:r>
              <a:rPr lang="en-US" dirty="0"/>
              <a:t> </a:t>
            </a:r>
          </a:p>
          <a:p>
            <a:pPr marL="457200">
              <a:lnSpc>
                <a:spcPct val="200000"/>
              </a:lnSpc>
              <a:spcBef>
                <a:spcPts val="12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en-US" dirty="0" err="1"/>
              <a:t>Nếu</a:t>
            </a:r>
            <a:r>
              <a:rPr lang="en-US" dirty="0"/>
              <a:t>                              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giản</a:t>
            </a:r>
            <a:r>
              <a:rPr lang="en-US" dirty="0"/>
              <a:t> </a:t>
            </a:r>
            <a:r>
              <a:rPr lang="en-US" dirty="0" err="1"/>
              <a:t>ước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i="1" dirty="0"/>
              <a:t>x – a</a:t>
            </a:r>
            <a:r>
              <a:rPr lang="en-US" dirty="0"/>
              <a:t> </a:t>
            </a:r>
          </a:p>
          <a:p>
            <a:pPr marL="457200" lvl="0" indent="-457200">
              <a:lnSpc>
                <a:spcPct val="200000"/>
              </a:lnSpc>
              <a:spcBef>
                <a:spcPts val="12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en-US" dirty="0"/>
              <a:t> </a:t>
            </a:r>
            <a:r>
              <a:rPr lang="en-US" i="1" dirty="0"/>
              <a:t>f(x) – </a:t>
            </a:r>
            <a:r>
              <a:rPr lang="en-US" dirty="0" err="1"/>
              <a:t>hàm</a:t>
            </a:r>
            <a:r>
              <a:rPr lang="en-US" dirty="0"/>
              <a:t> </a:t>
            </a:r>
            <a:r>
              <a:rPr lang="en-US" dirty="0" err="1"/>
              <a:t>vô</a:t>
            </a:r>
            <a:r>
              <a:rPr lang="vi-VN" dirty="0"/>
              <a:t> tỉ</a:t>
            </a:r>
            <a:r>
              <a:rPr lang="en-US" dirty="0"/>
              <a:t>:</a:t>
            </a:r>
            <a:r>
              <a:rPr lang="vi-VN" dirty="0"/>
              <a:t> đặt phép thế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vi-VN" dirty="0"/>
              <a:t> đưa về hữu tỉ</a:t>
            </a:r>
            <a:r>
              <a:rPr lang="en-US" dirty="0"/>
              <a:t>.</a:t>
            </a:r>
          </a:p>
          <a:p>
            <a:pPr marL="457200" lvl="0" indent="-457200">
              <a:lnSpc>
                <a:spcPct val="200000"/>
              </a:lnSpc>
              <a:spcBef>
                <a:spcPts val="12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en-US" i="1" dirty="0"/>
              <a:t>f(x) – </a:t>
            </a:r>
            <a:r>
              <a:rPr lang="en-US" dirty="0" err="1"/>
              <a:t>lượng</a:t>
            </a:r>
            <a:r>
              <a:rPr lang="en-US" dirty="0"/>
              <a:t> </a:t>
            </a:r>
            <a:r>
              <a:rPr lang="en-US" dirty="0" err="1"/>
              <a:t>giác</a:t>
            </a:r>
            <a:r>
              <a:rPr lang="en-US" dirty="0"/>
              <a:t>: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endParaRPr lang="en-US" i="1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1447800" y="190500"/>
          <a:ext cx="2921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03" name="Equation" r:id="rId3" imgW="291960" imgH="952200" progId="Equation.DSMT4">
                  <p:embed/>
                </p:oleObj>
              </mc:Choice>
              <mc:Fallback>
                <p:oleObj name="Equation" r:id="rId3" imgW="291960" imgH="952200" progId="Equation.DSMT4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190500"/>
                        <a:ext cx="292100" cy="952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3962400" y="1397000"/>
          <a:ext cx="16637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04" name="Equation" r:id="rId5" imgW="1663560" imgH="888840" progId="Equation.DSMT4">
                  <p:embed/>
                </p:oleObj>
              </mc:Choice>
              <mc:Fallback>
                <p:oleObj name="Equation" r:id="rId5" imgW="1663560" imgH="88884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1397000"/>
                        <a:ext cx="1663700" cy="889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1435100" y="2362200"/>
          <a:ext cx="48895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05" name="Equation" r:id="rId7" imgW="4889160" imgH="888840" progId="Equation.DSMT4">
                  <p:embed/>
                </p:oleObj>
              </mc:Choice>
              <mc:Fallback>
                <p:oleObj name="Equation" r:id="rId7" imgW="4889160" imgH="88884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5100" y="2362200"/>
                        <a:ext cx="4889500" cy="889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/>
        </p:nvGraphicFramePr>
        <p:xfrm>
          <a:off x="1460500" y="3505200"/>
          <a:ext cx="2120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06" name="Equation" r:id="rId9" imgW="2120760" imgH="431640" progId="Equation.DSMT4">
                  <p:embed/>
                </p:oleObj>
              </mc:Choice>
              <mc:Fallback>
                <p:oleObj name="Equation" r:id="rId9" imgW="2120760" imgH="43164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0500" y="3505200"/>
                        <a:ext cx="21209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/>
        </p:nvGraphicFramePr>
        <p:xfrm>
          <a:off x="4191000" y="5283200"/>
          <a:ext cx="15240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07" name="Equation" r:id="rId11" imgW="1523880" imgH="736560" progId="Equation.DSMT4">
                  <p:embed/>
                </p:oleObj>
              </mc:Choice>
              <mc:Fallback>
                <p:oleObj name="Equation" r:id="rId11" imgW="1523880" imgH="73656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5283200"/>
                        <a:ext cx="15240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0D6A1-A8DF-4CA6-89E4-8462CF61F85A}" type="datetime1">
              <a:rPr lang="en-US" smtClean="0"/>
              <a:t>10/6/2021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Giải Tích I</a:t>
            </a:r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19200"/>
            <a:ext cx="8686800" cy="4953000"/>
          </a:xfrm>
        </p:spPr>
        <p:txBody>
          <a:bodyPr/>
          <a:lstStyle/>
          <a:p>
            <a:pPr>
              <a:lnSpc>
                <a:spcPct val="200000"/>
              </a:lnSpc>
              <a:spcBef>
                <a:spcPts val="600"/>
              </a:spcBef>
            </a:pPr>
            <a:r>
              <a:rPr lang="en-US" b="1" dirty="0" err="1"/>
              <a:t>Ví</a:t>
            </a:r>
            <a:r>
              <a:rPr lang="en-US" b="1" dirty="0"/>
              <a:t> </a:t>
            </a:r>
            <a:r>
              <a:rPr lang="en-US" b="1" dirty="0" err="1"/>
              <a:t>dụ</a:t>
            </a:r>
            <a:r>
              <a:rPr lang="en-US" b="1" dirty="0"/>
              <a:t>: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hạn</a:t>
            </a:r>
            <a:r>
              <a:rPr lang="en-US" dirty="0"/>
              <a:t> </a:t>
            </a:r>
            <a:r>
              <a:rPr lang="en-US" dirty="0" err="1"/>
              <a:t>sau</a:t>
            </a:r>
            <a:endParaRPr lang="en-US" dirty="0"/>
          </a:p>
          <a:p>
            <a:pPr>
              <a:lnSpc>
                <a:spcPct val="200000"/>
              </a:lnSpc>
              <a:spcBef>
                <a:spcPts val="600"/>
              </a:spcBef>
            </a:pPr>
            <a:endParaRPr lang="en-US" dirty="0"/>
          </a:p>
          <a:p>
            <a:pPr>
              <a:lnSpc>
                <a:spcPct val="200000"/>
              </a:lnSpc>
              <a:spcBef>
                <a:spcPts val="600"/>
              </a:spcBef>
            </a:pPr>
            <a:r>
              <a:rPr lang="en-US" b="1" i="1" u="sng" dirty="0" err="1"/>
              <a:t>Hướng</a:t>
            </a:r>
            <a:r>
              <a:rPr lang="en-US" b="1" i="1" u="sng" dirty="0"/>
              <a:t> </a:t>
            </a:r>
            <a:r>
              <a:rPr lang="en-US" b="1" i="1" u="sng" dirty="0" err="1"/>
              <a:t>dẫn</a:t>
            </a:r>
            <a:r>
              <a:rPr lang="en-US" b="1" i="1" u="sng" dirty="0"/>
              <a:t>:</a:t>
            </a:r>
          </a:p>
          <a:p>
            <a:pPr>
              <a:lnSpc>
                <a:spcPct val="200000"/>
              </a:lnSpc>
            </a:pPr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686800" cy="990600"/>
          </a:xfrm>
        </p:spPr>
        <p:txBody>
          <a:bodyPr>
            <a:normAutofit/>
          </a:bodyPr>
          <a:lstStyle/>
          <a:p>
            <a:r>
              <a:rPr lang="en-US" b="1" dirty="0" err="1"/>
              <a:t>Dạng</a:t>
            </a:r>
            <a:r>
              <a:rPr lang="en-US" b="1" dirty="0"/>
              <a:t> </a:t>
            </a:r>
          </a:p>
        </p:txBody>
      </p:sp>
      <p:graphicFrame>
        <p:nvGraphicFramePr>
          <p:cNvPr id="3073" name="Object 1"/>
          <p:cNvGraphicFramePr>
            <a:graphicFrameLocks noChangeAspect="1"/>
          </p:cNvGraphicFramePr>
          <p:nvPr/>
        </p:nvGraphicFramePr>
        <p:xfrm>
          <a:off x="1447800" y="190500"/>
          <a:ext cx="2921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63" name="Equation" r:id="rId3" imgW="291960" imgH="952200" progId="Equation.DSMT4">
                  <p:embed/>
                </p:oleObj>
              </mc:Choice>
              <mc:Fallback>
                <p:oleObj name="Equation" r:id="rId3" imgW="291960" imgH="952200" progId="Equation.DSMT4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190500"/>
                        <a:ext cx="292100" cy="952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749300" y="2133600"/>
          <a:ext cx="26924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64" name="Equation" r:id="rId5" imgW="2692080" imgH="812520" progId="Equation.DSMT4">
                  <p:embed/>
                </p:oleObj>
              </mc:Choice>
              <mc:Fallback>
                <p:oleObj name="Equation" r:id="rId5" imgW="2692080" imgH="81252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9300" y="2133600"/>
                        <a:ext cx="2692400" cy="812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/>
        </p:nvGraphicFramePr>
        <p:xfrm>
          <a:off x="5562600" y="2209800"/>
          <a:ext cx="1752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65" name="Equation" r:id="rId7" imgW="1752480" imgH="736560" progId="Equation.DSMT4">
                  <p:embed/>
                </p:oleObj>
              </mc:Choice>
              <mc:Fallback>
                <p:oleObj name="Equation" r:id="rId7" imgW="1752480" imgH="73656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2209800"/>
                        <a:ext cx="17526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/>
        </p:nvGraphicFramePr>
        <p:xfrm>
          <a:off x="304800" y="3657600"/>
          <a:ext cx="8572500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66" name="Equation" r:id="rId9" imgW="8572320" imgH="1104840" progId="Equation.DSMT4">
                  <p:embed/>
                </p:oleObj>
              </mc:Choice>
              <mc:Fallback>
                <p:oleObj name="Equation" r:id="rId9" imgW="8572320" imgH="110484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3657600"/>
                        <a:ext cx="8572500" cy="1104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/>
        </p:nvGraphicFramePr>
        <p:xfrm>
          <a:off x="304800" y="5257800"/>
          <a:ext cx="5448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67" name="Equation" r:id="rId11" imgW="5448240" imgH="736560" progId="Equation.DSMT4">
                  <p:embed/>
                </p:oleObj>
              </mc:Choice>
              <mc:Fallback>
                <p:oleObj name="Equation" r:id="rId11" imgW="5448240" imgH="73656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5257800"/>
                        <a:ext cx="54483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91736-7FF5-4F0B-9D70-B9D2E0402135}" type="datetime1">
              <a:rPr lang="en-US" smtClean="0"/>
              <a:t>10/6/2021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Giải Tích I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71600"/>
            <a:ext cx="8686800" cy="4876800"/>
          </a:xfrm>
        </p:spPr>
        <p:txBody>
          <a:bodyPr/>
          <a:lstStyle/>
          <a:p>
            <a:pPr marL="0" lvl="0">
              <a:lnSpc>
                <a:spcPct val="200000"/>
              </a:lnSpc>
              <a:buFont typeface="Wingdings" pitchFamily="2" charset="2"/>
              <a:buChar char="Ø"/>
            </a:pPr>
            <a:r>
              <a:rPr lang="en-US" dirty="0" err="1"/>
              <a:t>Nếu</a:t>
            </a:r>
            <a:r>
              <a:rPr lang="en-US" dirty="0"/>
              <a:t>            </a:t>
            </a:r>
            <a:r>
              <a:rPr lang="vi-VN" dirty="0"/>
              <a:t> </a:t>
            </a:r>
            <a:r>
              <a:rPr lang="en-US" dirty="0"/>
              <a:t>                                      -</a:t>
            </a:r>
            <a:r>
              <a:rPr lang="vi-VN" dirty="0"/>
              <a:t> </a:t>
            </a:r>
            <a:r>
              <a:rPr lang="en-US" dirty="0"/>
              <a:t>2</a:t>
            </a:r>
            <a:r>
              <a:rPr lang="vi-VN" dirty="0"/>
              <a:t> đa thức bậc n và m tương ứng</a:t>
            </a:r>
            <a:r>
              <a:rPr lang="en-US" dirty="0"/>
              <a:t>:</a:t>
            </a:r>
            <a:r>
              <a:rPr lang="vi-VN" dirty="0"/>
              <a:t> chia cả tử và mẫu cho </a:t>
            </a:r>
            <a:r>
              <a:rPr lang="en-US" dirty="0"/>
              <a:t>                             </a:t>
            </a:r>
          </a:p>
          <a:p>
            <a:pPr marL="0" lvl="0">
              <a:lnSpc>
                <a:spcPct val="150000"/>
              </a:lnSpc>
              <a:buFont typeface="Wingdings" pitchFamily="2" charset="2"/>
              <a:buChar char="Ø"/>
            </a:pPr>
            <a:r>
              <a:rPr lang="vi-VN" dirty="0"/>
              <a:t>Nếu </a:t>
            </a:r>
            <a:r>
              <a:rPr lang="en-US" dirty="0"/>
              <a:t> </a:t>
            </a:r>
            <a:r>
              <a:rPr lang="en-US" i="1" dirty="0"/>
              <a:t>f(x) –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vi-VN" dirty="0"/>
              <a:t>thức có chứa biểu thức vô tỷ</a:t>
            </a:r>
            <a:r>
              <a:rPr lang="en-US" dirty="0"/>
              <a:t>: </a:t>
            </a:r>
            <a:r>
              <a:rPr lang="vi-VN" dirty="0"/>
              <a:t>tìm cách tách lũy thừa cao nhất của </a:t>
            </a:r>
            <a:r>
              <a:rPr lang="vi-VN" i="1" dirty="0"/>
              <a:t>x</a:t>
            </a:r>
            <a:r>
              <a:rPr lang="vi-VN" dirty="0"/>
              <a:t>, chia cả tử và mẫu cho lũy thức có số mũ cao nhất.</a:t>
            </a:r>
            <a:endParaRPr lang="en-US" dirty="0"/>
          </a:p>
          <a:p>
            <a:pPr lvl="0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i="1" dirty="0"/>
              <a:t>f(x) – </a:t>
            </a:r>
            <a:r>
              <a:rPr lang="vi-VN" dirty="0"/>
              <a:t>biểu thức lượng giác</a:t>
            </a:r>
            <a:r>
              <a:rPr lang="en-US" dirty="0"/>
              <a:t>:</a:t>
            </a:r>
            <a:r>
              <a:rPr lang="vi-VN" dirty="0"/>
              <a:t> biến đổi sơ bộ về gới hạn đặc biệt.</a:t>
            </a:r>
            <a:endParaRPr lang="en-US" dirty="0"/>
          </a:p>
          <a:p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686800" cy="990600"/>
          </a:xfrm>
        </p:spPr>
        <p:txBody>
          <a:bodyPr>
            <a:normAutofit/>
          </a:bodyPr>
          <a:lstStyle/>
          <a:p>
            <a:r>
              <a:rPr lang="en-US" b="1" dirty="0" err="1"/>
              <a:t>Dạng</a:t>
            </a:r>
            <a:r>
              <a:rPr lang="en-US" b="1" dirty="0"/>
              <a:t> </a:t>
            </a: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1371600" y="152400"/>
          <a:ext cx="3937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08" name="Equation" r:id="rId3" imgW="393480" imgH="939600" progId="Equation.DSMT4">
                  <p:embed/>
                </p:oleObj>
              </mc:Choice>
              <mc:Fallback>
                <p:oleObj name="Equation" r:id="rId3" imgW="393480" imgH="93960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52400"/>
                        <a:ext cx="393700" cy="939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1358900" y="1447800"/>
          <a:ext cx="36703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09" name="Equation" r:id="rId5" imgW="3670200" imgH="888840" progId="Equation.DSMT4">
                  <p:embed/>
                </p:oleObj>
              </mc:Choice>
              <mc:Fallback>
                <p:oleObj name="Equation" r:id="rId5" imgW="3670200" imgH="88884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8900" y="1447800"/>
                        <a:ext cx="3670300" cy="889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/>
        </p:nvGraphicFramePr>
        <p:xfrm>
          <a:off x="3733800" y="2362200"/>
          <a:ext cx="21844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10" name="Equation" r:id="rId7" imgW="2184120" imgH="444240" progId="Equation.DSMT4">
                  <p:embed/>
                </p:oleObj>
              </mc:Choice>
              <mc:Fallback>
                <p:oleObj name="Equation" r:id="rId7" imgW="2184120" imgH="44424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2362200"/>
                        <a:ext cx="2184400" cy="444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6E753-2315-430A-8A31-A5E34ED7C729}" type="datetime1">
              <a:rPr lang="en-US" smtClean="0"/>
              <a:t>10/6/2021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Giải Tích I</a:t>
            </a:r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47800"/>
            <a:ext cx="8686800" cy="4800600"/>
          </a:xfrm>
        </p:spPr>
        <p:txBody>
          <a:bodyPr/>
          <a:lstStyle/>
          <a:p>
            <a:r>
              <a:rPr lang="en-US" b="1" dirty="0" err="1"/>
              <a:t>Ví</a:t>
            </a:r>
            <a:r>
              <a:rPr lang="en-US" b="1" dirty="0"/>
              <a:t> </a:t>
            </a:r>
            <a:r>
              <a:rPr lang="en-US" b="1" dirty="0" err="1"/>
              <a:t>dụ</a:t>
            </a:r>
            <a:r>
              <a:rPr lang="en-US" dirty="0"/>
              <a:t>: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hạn</a:t>
            </a:r>
            <a:r>
              <a:rPr lang="en-US" dirty="0"/>
              <a:t> </a:t>
            </a:r>
            <a:r>
              <a:rPr lang="en-US" dirty="0" err="1"/>
              <a:t>sau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i="1" u="sng" dirty="0" err="1"/>
              <a:t>Hướng</a:t>
            </a:r>
            <a:r>
              <a:rPr lang="en-US" b="1" i="1" u="sng" dirty="0"/>
              <a:t> </a:t>
            </a:r>
            <a:r>
              <a:rPr lang="en-US" b="1" i="1" u="sng" dirty="0" err="1"/>
              <a:t>dẫn</a:t>
            </a:r>
            <a:r>
              <a:rPr lang="en-US" b="1" i="1" u="sng" dirty="0"/>
              <a:t>:</a:t>
            </a:r>
            <a:endParaRPr lang="en-US" dirty="0"/>
          </a:p>
          <a:p>
            <a:r>
              <a:rPr lang="en-US" b="1" i="1" u="sng" dirty="0"/>
              <a:t> </a:t>
            </a:r>
          </a:p>
          <a:p>
            <a:endParaRPr lang="en-US" b="1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686800" cy="990600"/>
          </a:xfrm>
        </p:spPr>
        <p:txBody>
          <a:bodyPr>
            <a:normAutofit/>
          </a:bodyPr>
          <a:lstStyle/>
          <a:p>
            <a:r>
              <a:rPr lang="en-US" b="1" dirty="0" err="1"/>
              <a:t>Dạng</a:t>
            </a:r>
            <a:r>
              <a:rPr lang="en-US" b="1" dirty="0"/>
              <a:t> </a:t>
            </a:r>
          </a:p>
        </p:txBody>
      </p:sp>
      <p:graphicFrame>
        <p:nvGraphicFramePr>
          <p:cNvPr id="19458" name="Object 2"/>
          <p:cNvGraphicFramePr>
            <a:graphicFrameLocks noChangeAspect="1"/>
          </p:cNvGraphicFramePr>
          <p:nvPr/>
        </p:nvGraphicFramePr>
        <p:xfrm>
          <a:off x="1371600" y="152400"/>
          <a:ext cx="3937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48" name="Equation" r:id="rId3" imgW="393480" imgH="939600" progId="Equation.DSMT4">
                  <p:embed/>
                </p:oleObj>
              </mc:Choice>
              <mc:Fallback>
                <p:oleObj name="Equation" r:id="rId3" imgW="393480" imgH="93960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52400"/>
                        <a:ext cx="393700" cy="939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381000" y="2133600"/>
          <a:ext cx="2438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49" name="Equation" r:id="rId5" imgW="2438280" imgH="736560" progId="Equation.DSMT4">
                  <p:embed/>
                </p:oleObj>
              </mc:Choice>
              <mc:Fallback>
                <p:oleObj name="Equation" r:id="rId5" imgW="2438280" imgH="73656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2133600"/>
                        <a:ext cx="24384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/>
        </p:nvGraphicFramePr>
        <p:xfrm>
          <a:off x="5410200" y="2057400"/>
          <a:ext cx="21463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50" name="Equation" r:id="rId7" imgW="2145960" imgH="838080" progId="Equation.DSMT4">
                  <p:embed/>
                </p:oleObj>
              </mc:Choice>
              <mc:Fallback>
                <p:oleObj name="Equation" r:id="rId7" imgW="2145960" imgH="83808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2057400"/>
                        <a:ext cx="2146300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/>
        </p:nvGraphicFramePr>
        <p:xfrm>
          <a:off x="381000" y="3962400"/>
          <a:ext cx="60198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51" name="Equation" r:id="rId9" imgW="6019560" imgH="774360" progId="Equation.DSMT4">
                  <p:embed/>
                </p:oleObj>
              </mc:Choice>
              <mc:Fallback>
                <p:oleObj name="Equation" r:id="rId9" imgW="6019560" imgH="77436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3962400"/>
                        <a:ext cx="6019800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/>
        </p:nvGraphicFramePr>
        <p:xfrm>
          <a:off x="368300" y="5029200"/>
          <a:ext cx="70231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52" name="Equation" r:id="rId11" imgW="7022880" imgH="838080" progId="Equation.DSMT4">
                  <p:embed/>
                </p:oleObj>
              </mc:Choice>
              <mc:Fallback>
                <p:oleObj name="Equation" r:id="rId11" imgW="7022880" imgH="83808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300" y="5029200"/>
                        <a:ext cx="7023100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10323-5742-47EE-80F4-9AB2378D8FA5}" type="datetime1">
              <a:rPr lang="en-US" smtClean="0"/>
              <a:t>10/6/2021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Giải Tích I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dirty="0"/>
              <a:t>Ta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đưa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dạng</a:t>
            </a:r>
            <a:r>
              <a:rPr lang="en-US" dirty="0"/>
              <a:t>       </a:t>
            </a:r>
            <a:r>
              <a:rPr lang="en-US" dirty="0" err="1"/>
              <a:t>hoặc</a:t>
            </a:r>
            <a:r>
              <a:rPr lang="en-US" dirty="0"/>
              <a:t>    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686800" cy="914400"/>
          </a:xfrm>
        </p:spPr>
        <p:txBody>
          <a:bodyPr>
            <a:normAutofit/>
          </a:bodyPr>
          <a:lstStyle/>
          <a:p>
            <a:r>
              <a:rPr lang="en-US" b="1" dirty="0" err="1"/>
              <a:t>Dạng</a:t>
            </a:r>
            <a:r>
              <a:rPr lang="en-US" b="1" dirty="0"/>
              <a:t> </a:t>
            </a: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1371600" y="533400"/>
          <a:ext cx="1041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30" name="Equation" r:id="rId3" imgW="1041120" imgH="342720" progId="Equation.DSMT4">
                  <p:embed/>
                </p:oleObj>
              </mc:Choice>
              <mc:Fallback>
                <p:oleObj name="Equation" r:id="rId3" imgW="1041120" imgH="34272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533400"/>
                        <a:ext cx="10414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2743200" y="1371600"/>
          <a:ext cx="228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31" name="Equation" r:id="rId5" imgW="228600" imgH="736560" progId="Equation.DSMT4">
                  <p:embed/>
                </p:oleObj>
              </mc:Choice>
              <mc:Fallback>
                <p:oleObj name="Equation" r:id="rId5" imgW="228600" imgH="73656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1371600"/>
                        <a:ext cx="2286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/>
        </p:nvGraphicFramePr>
        <p:xfrm>
          <a:off x="3810000" y="1371600"/>
          <a:ext cx="3048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32" name="Equation" r:id="rId7" imgW="304560" imgH="723600" progId="Equation.DSMT4">
                  <p:embed/>
                </p:oleObj>
              </mc:Choice>
              <mc:Fallback>
                <p:oleObj name="Equation" r:id="rId7" imgW="304560" imgH="72360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1371600"/>
                        <a:ext cx="304800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/>
        </p:nvGraphicFramePr>
        <p:xfrm>
          <a:off x="1816100" y="2362200"/>
          <a:ext cx="51181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33" name="Equation" r:id="rId9" imgW="5117760" imgH="965160" progId="Equation.DSMT4">
                  <p:embed/>
                </p:oleObj>
              </mc:Choice>
              <mc:Fallback>
                <p:oleObj name="Equation" r:id="rId9" imgW="5117760" imgH="96516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6100" y="2362200"/>
                        <a:ext cx="5118100" cy="965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/>
        </p:nvGraphicFramePr>
        <p:xfrm>
          <a:off x="1752600" y="3733800"/>
          <a:ext cx="38989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34" name="Equation" r:id="rId11" imgW="3898800" imgH="965160" progId="Equation.DSMT4">
                  <p:embed/>
                </p:oleObj>
              </mc:Choice>
              <mc:Fallback>
                <p:oleObj name="Equation" r:id="rId11" imgW="3898800" imgH="96516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3733800"/>
                        <a:ext cx="3898900" cy="965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/>
          <p:cNvGraphicFramePr>
            <a:graphicFrameLocks noChangeAspect="1"/>
          </p:cNvGraphicFramePr>
          <p:nvPr/>
        </p:nvGraphicFramePr>
        <p:xfrm>
          <a:off x="1828800" y="5054600"/>
          <a:ext cx="38735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35" name="Equation" r:id="rId13" imgW="3873240" imgH="965160" progId="Equation.DSMT4">
                  <p:embed/>
                </p:oleObj>
              </mc:Choice>
              <mc:Fallback>
                <p:oleObj name="Equation" r:id="rId13" imgW="3873240" imgH="965160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5054600"/>
                        <a:ext cx="3873500" cy="965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9464B-3AC9-48E0-B93E-AC96EA37908E}" type="datetime1">
              <a:rPr lang="en-US" smtClean="0"/>
              <a:t>10/6/2021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Giải Tích I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FC5F213-9BBE-41C3-BE9D-85130DB99FD8}"/>
                  </a:ext>
                </a:extLst>
              </p14:cNvPr>
              <p14:cNvContentPartPr/>
              <p14:nvPr/>
            </p14:nvContentPartPr>
            <p14:xfrm>
              <a:off x="2710885" y="1399482"/>
              <a:ext cx="360" cy="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FC5F213-9BBE-41C3-BE9D-85130DB99FD8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706565" y="1395162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DF6364D-2C4D-4DB6-B8A0-8D88CEE0C2D4}"/>
                  </a:ext>
                </a:extLst>
              </p14:cNvPr>
              <p14:cNvContentPartPr/>
              <p14:nvPr/>
            </p14:nvContentPartPr>
            <p14:xfrm>
              <a:off x="3749125" y="2982042"/>
              <a:ext cx="910080" cy="1054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DF6364D-2C4D-4DB6-B8A0-8D88CEE0C2D4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744805" y="2977722"/>
                <a:ext cx="91872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7D5E5564-2B18-4894-A9D4-F7C7951A599D}"/>
                  </a:ext>
                </a:extLst>
              </p14:cNvPr>
              <p14:cNvContentPartPr/>
              <p14:nvPr/>
            </p14:nvContentPartPr>
            <p14:xfrm>
              <a:off x="4271485" y="3220362"/>
              <a:ext cx="123120" cy="24444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7D5E5564-2B18-4894-A9D4-F7C7951A599D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267165" y="3216042"/>
                <a:ext cx="131760" cy="253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50CA63A2-13CD-4129-A7B9-7D424D5C06B2}"/>
              </a:ext>
            </a:extLst>
          </p:cNvPr>
          <p:cNvGrpSpPr/>
          <p:nvPr/>
        </p:nvGrpSpPr>
        <p:grpSpPr>
          <a:xfrm>
            <a:off x="5180485" y="1178442"/>
            <a:ext cx="1320120" cy="790920"/>
            <a:chOff x="5180485" y="1178442"/>
            <a:chExt cx="1320120" cy="790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2B61DBE-C30B-4C97-99F4-D335E372FCDC}"/>
                    </a:ext>
                  </a:extLst>
                </p14:cNvPr>
                <p14:cNvContentPartPr/>
                <p14:nvPr/>
              </p14:nvContentPartPr>
              <p14:xfrm>
                <a:off x="5180485" y="1178442"/>
                <a:ext cx="428760" cy="5382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2B61DBE-C30B-4C97-99F4-D335E372FCDC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176165" y="1174122"/>
                  <a:ext cx="437400" cy="54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5250697-8B29-44C6-A3F2-FFF2759E88E0}"/>
                    </a:ext>
                  </a:extLst>
                </p14:cNvPr>
                <p14:cNvContentPartPr/>
                <p14:nvPr/>
              </p14:nvContentPartPr>
              <p14:xfrm>
                <a:off x="5625805" y="1432242"/>
                <a:ext cx="74520" cy="2505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5250697-8B29-44C6-A3F2-FFF2759E88E0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621485" y="1427922"/>
                  <a:ext cx="8316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32667B5-F047-4341-BFA0-B41352AA1E9B}"/>
                    </a:ext>
                  </a:extLst>
                </p14:cNvPr>
                <p14:cNvContentPartPr/>
                <p14:nvPr/>
              </p14:nvContentPartPr>
              <p14:xfrm>
                <a:off x="5691685" y="1471122"/>
                <a:ext cx="449280" cy="2062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32667B5-F047-4341-BFA0-B41352AA1E9B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687365" y="1466802"/>
                  <a:ext cx="45792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34D7D87-91EF-45FC-AF48-CFC3733E8330}"/>
                    </a:ext>
                  </a:extLst>
                </p14:cNvPr>
                <p14:cNvContentPartPr/>
                <p14:nvPr/>
              </p14:nvContentPartPr>
              <p14:xfrm>
                <a:off x="6327805" y="1431522"/>
                <a:ext cx="172800" cy="5378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34D7D87-91EF-45FC-AF48-CFC3733E8330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323485" y="1427202"/>
                  <a:ext cx="181440" cy="546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7EDF45F-4D6E-4A45-9FD7-BC78B9EBD0F0}"/>
              </a:ext>
            </a:extLst>
          </p:cNvPr>
          <p:cNvGrpSpPr/>
          <p:nvPr/>
        </p:nvGrpSpPr>
        <p:grpSpPr>
          <a:xfrm>
            <a:off x="6980485" y="1167282"/>
            <a:ext cx="2173320" cy="802800"/>
            <a:chOff x="6980485" y="1167282"/>
            <a:chExt cx="2173320" cy="80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310A42A-F842-41C9-B076-7D396906E821}"/>
                    </a:ext>
                  </a:extLst>
                </p14:cNvPr>
                <p14:cNvContentPartPr/>
                <p14:nvPr/>
              </p14:nvContentPartPr>
              <p14:xfrm>
                <a:off x="6980485" y="1586322"/>
                <a:ext cx="158760" cy="367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310A42A-F842-41C9-B076-7D396906E821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976165" y="1582002"/>
                  <a:ext cx="16740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F7FD500-34C5-401A-8EE4-3C001E7D57AC}"/>
                    </a:ext>
                  </a:extLst>
                </p14:cNvPr>
                <p14:cNvContentPartPr/>
                <p14:nvPr/>
              </p14:nvContentPartPr>
              <p14:xfrm>
                <a:off x="7075165" y="1352682"/>
                <a:ext cx="571320" cy="3333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F7FD500-34C5-401A-8EE4-3C001E7D57AC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070845" y="1348362"/>
                  <a:ext cx="579960" cy="3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31BC40B-0CAE-4FCD-8670-152E679CA1F4}"/>
                    </a:ext>
                  </a:extLst>
                </p14:cNvPr>
                <p14:cNvContentPartPr/>
                <p14:nvPr/>
              </p14:nvContentPartPr>
              <p14:xfrm>
                <a:off x="7537405" y="1167282"/>
                <a:ext cx="258480" cy="5619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31BC40B-0CAE-4FCD-8670-152E679CA1F4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533085" y="1162962"/>
                  <a:ext cx="267120" cy="57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5F8C26A-9714-40F4-9B46-8AE4F5EC67B5}"/>
                    </a:ext>
                  </a:extLst>
                </p14:cNvPr>
                <p14:cNvContentPartPr/>
                <p14:nvPr/>
              </p14:nvContentPartPr>
              <p14:xfrm>
                <a:off x="7908925" y="1558242"/>
                <a:ext cx="248760" cy="1908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5F8C26A-9714-40F4-9B46-8AE4F5EC67B5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904605" y="1553922"/>
                  <a:ext cx="25740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75E7FFC-87C4-4E61-ABDC-33C77B3E8D18}"/>
                    </a:ext>
                  </a:extLst>
                </p14:cNvPr>
                <p14:cNvContentPartPr/>
                <p14:nvPr/>
              </p14:nvContentPartPr>
              <p14:xfrm>
                <a:off x="8290525" y="1425402"/>
                <a:ext cx="276120" cy="5446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75E7FFC-87C4-4E61-ABDC-33C77B3E8D18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286205" y="1421082"/>
                  <a:ext cx="284760" cy="55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6C818BC-35DF-4DFE-9138-4D7546C53EFD}"/>
                    </a:ext>
                  </a:extLst>
                </p14:cNvPr>
                <p14:cNvContentPartPr/>
                <p14:nvPr/>
              </p14:nvContentPartPr>
              <p14:xfrm>
                <a:off x="8426245" y="1689282"/>
                <a:ext cx="360" cy="3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6C818BC-35DF-4DFE-9138-4D7546C53EF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421925" y="1684962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0635665-2E60-4135-A99C-7059984F1DC5}"/>
                    </a:ext>
                  </a:extLst>
                </p14:cNvPr>
                <p14:cNvContentPartPr/>
                <p14:nvPr/>
              </p14:nvContentPartPr>
              <p14:xfrm>
                <a:off x="8673925" y="1551402"/>
                <a:ext cx="127440" cy="1008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C0635665-2E60-4135-A99C-7059984F1DC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669605" y="1547082"/>
                  <a:ext cx="13608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FE9C119-2B6B-4C69-98C8-75B3616A36B6}"/>
                    </a:ext>
                  </a:extLst>
                </p14:cNvPr>
                <p14:cNvContentPartPr/>
                <p14:nvPr/>
              </p14:nvContentPartPr>
              <p14:xfrm>
                <a:off x="8867965" y="1436922"/>
                <a:ext cx="285840" cy="1987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FE9C119-2B6B-4C69-98C8-75B3616A36B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863645" y="1432602"/>
                  <a:ext cx="294480" cy="20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3D21322C-1B1A-4E49-8C91-10D63FE69353}"/>
              </a:ext>
            </a:extLst>
          </p:cNvPr>
          <p:cNvGrpSpPr/>
          <p:nvPr/>
        </p:nvGrpSpPr>
        <p:grpSpPr>
          <a:xfrm>
            <a:off x="2101045" y="3266802"/>
            <a:ext cx="657000" cy="202680"/>
            <a:chOff x="2101045" y="3266802"/>
            <a:chExt cx="657000" cy="202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13428305-7EF2-43AE-8DC6-AC93CA5ACD4E}"/>
                    </a:ext>
                  </a:extLst>
                </p14:cNvPr>
                <p14:cNvContentPartPr/>
                <p14:nvPr/>
              </p14:nvContentPartPr>
              <p14:xfrm>
                <a:off x="2101045" y="3266802"/>
                <a:ext cx="295560" cy="2026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13428305-7EF2-43AE-8DC6-AC93CA5ACD4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096725" y="3262482"/>
                  <a:ext cx="30420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7D3398CA-4547-4CBE-9FA5-90FDD14A8784}"/>
                    </a:ext>
                  </a:extLst>
                </p14:cNvPr>
                <p14:cNvContentPartPr/>
                <p14:nvPr/>
              </p14:nvContentPartPr>
              <p14:xfrm>
                <a:off x="2617645" y="3288042"/>
                <a:ext cx="140400" cy="331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7D3398CA-4547-4CBE-9FA5-90FDD14A878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613325" y="3283722"/>
                  <a:ext cx="149040" cy="41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5D95DD6C-935E-4CF8-A9D3-7A2C287C1E99}"/>
                  </a:ext>
                </a:extLst>
              </p14:cNvPr>
              <p14:cNvContentPartPr/>
              <p14:nvPr/>
            </p14:nvContentPartPr>
            <p14:xfrm>
              <a:off x="3135685" y="3189762"/>
              <a:ext cx="320400" cy="9504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5D95DD6C-935E-4CF8-A9D3-7A2C287C1E99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131365" y="3185442"/>
                <a:ext cx="329040" cy="10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582AC5DC-0651-41D1-B5DA-E1D75A9109AB}"/>
                  </a:ext>
                </a:extLst>
              </p14:cNvPr>
              <p14:cNvContentPartPr/>
              <p14:nvPr/>
            </p14:nvContentPartPr>
            <p14:xfrm>
              <a:off x="4037125" y="3209562"/>
              <a:ext cx="568080" cy="25272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582AC5DC-0651-41D1-B5DA-E1D75A9109AB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4032805" y="3205242"/>
                <a:ext cx="576720" cy="26136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A96D2744-C5AE-47DF-8E41-616BBC345412}"/>
              </a:ext>
            </a:extLst>
          </p:cNvPr>
          <p:cNvGrpSpPr/>
          <p:nvPr/>
        </p:nvGrpSpPr>
        <p:grpSpPr>
          <a:xfrm>
            <a:off x="5579005" y="2052522"/>
            <a:ext cx="644040" cy="257760"/>
            <a:chOff x="5579005" y="2052522"/>
            <a:chExt cx="644040" cy="257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7CE33FE-F1D0-44EC-BDE5-C22F3E62B3AA}"/>
                    </a:ext>
                  </a:extLst>
                </p14:cNvPr>
                <p14:cNvContentPartPr/>
                <p14:nvPr/>
              </p14:nvContentPartPr>
              <p14:xfrm>
                <a:off x="5646325" y="2131722"/>
                <a:ext cx="5400" cy="14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7CE33FE-F1D0-44EC-BDE5-C22F3E62B3A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642005" y="2127402"/>
                  <a:ext cx="14040" cy="1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11C5C570-017B-47A7-A147-ACF6219F7F1E}"/>
                    </a:ext>
                  </a:extLst>
                </p14:cNvPr>
                <p14:cNvContentPartPr/>
                <p14:nvPr/>
              </p14:nvContentPartPr>
              <p14:xfrm>
                <a:off x="5579005" y="2052522"/>
                <a:ext cx="195480" cy="2577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11C5C570-017B-47A7-A147-ACF6219F7F1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574685" y="2048202"/>
                  <a:ext cx="20412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DC088C0B-8F9E-4768-93BA-3597106A6378}"/>
                    </a:ext>
                  </a:extLst>
                </p14:cNvPr>
                <p14:cNvContentPartPr/>
                <p14:nvPr/>
              </p14:nvContentPartPr>
              <p14:xfrm>
                <a:off x="6004525" y="2131722"/>
                <a:ext cx="218520" cy="356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DC088C0B-8F9E-4768-93BA-3597106A637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000205" y="2127402"/>
                  <a:ext cx="227160" cy="44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E5227ADA-0799-4A42-B3BE-490DFB10ECA3}"/>
                  </a:ext>
                </a:extLst>
              </p14:cNvPr>
              <p14:cNvContentPartPr/>
              <p14:nvPr/>
            </p14:nvContentPartPr>
            <p14:xfrm>
              <a:off x="6629845" y="1998882"/>
              <a:ext cx="147600" cy="14868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E5227ADA-0799-4A42-B3BE-490DFB10ECA3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6625525" y="1994562"/>
                <a:ext cx="156240" cy="157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71600"/>
            <a:ext cx="8686800" cy="4876800"/>
          </a:xfrm>
        </p:spPr>
        <p:txBody>
          <a:bodyPr/>
          <a:lstStyle/>
          <a:p>
            <a:r>
              <a:rPr lang="en-US" b="1" dirty="0" err="1"/>
              <a:t>Ví</a:t>
            </a:r>
            <a:r>
              <a:rPr lang="en-US" b="1" dirty="0"/>
              <a:t> </a:t>
            </a:r>
            <a:r>
              <a:rPr lang="en-US" b="1" dirty="0" err="1"/>
              <a:t>dụ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hạn</a:t>
            </a:r>
            <a:r>
              <a:rPr lang="en-US" dirty="0"/>
              <a:t> </a:t>
            </a:r>
            <a:r>
              <a:rPr lang="en-US" dirty="0" err="1"/>
              <a:t>sau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i="1" u="sng" dirty="0" err="1"/>
              <a:t>Hướng</a:t>
            </a:r>
            <a:r>
              <a:rPr lang="en-US" b="1" i="1" u="sng" dirty="0"/>
              <a:t> </a:t>
            </a:r>
            <a:r>
              <a:rPr lang="en-US" b="1" i="1" u="sng" dirty="0" err="1"/>
              <a:t>dẫn</a:t>
            </a:r>
            <a:r>
              <a:rPr lang="en-US" b="1" i="1" u="sng" dirty="0"/>
              <a:t>: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686800" cy="990600"/>
          </a:xfrm>
        </p:spPr>
        <p:txBody>
          <a:bodyPr>
            <a:normAutofit/>
          </a:bodyPr>
          <a:lstStyle/>
          <a:p>
            <a:r>
              <a:rPr lang="en-US" b="1" dirty="0" err="1"/>
              <a:t>Dạng</a:t>
            </a:r>
            <a:r>
              <a:rPr lang="en-US" b="1" dirty="0"/>
              <a:t> </a:t>
            </a: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1371600" y="533400"/>
          <a:ext cx="1041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97" name="Equation" r:id="rId3" imgW="1041120" imgH="342720" progId="Equation.DSMT4">
                  <p:embed/>
                </p:oleObj>
              </mc:Choice>
              <mc:Fallback>
                <p:oleObj name="Equation" r:id="rId3" imgW="1041120" imgH="34272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533400"/>
                        <a:ext cx="10414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381000" y="2057400"/>
          <a:ext cx="29083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98" name="Equation" r:id="rId5" imgW="2908080" imgH="812520" progId="Equation.DSMT4">
                  <p:embed/>
                </p:oleObj>
              </mc:Choice>
              <mc:Fallback>
                <p:oleObj name="Equation" r:id="rId5" imgW="2908080" imgH="81252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2057400"/>
                        <a:ext cx="2908300" cy="812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/>
        </p:nvGraphicFramePr>
        <p:xfrm>
          <a:off x="330200" y="3886200"/>
          <a:ext cx="75184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99" name="Equation" r:id="rId7" imgW="7518240" imgH="965160" progId="Equation.DSMT4">
                  <p:embed/>
                </p:oleObj>
              </mc:Choice>
              <mc:Fallback>
                <p:oleObj name="Equation" r:id="rId7" imgW="7518240" imgH="96516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200" y="3886200"/>
                        <a:ext cx="7518400" cy="965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/>
        </p:nvGraphicFramePr>
        <p:xfrm>
          <a:off x="304800" y="5156200"/>
          <a:ext cx="78105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00" name="Equation" r:id="rId9" imgW="7810200" imgH="812520" progId="Equation.DSMT4">
                  <p:embed/>
                </p:oleObj>
              </mc:Choice>
              <mc:Fallback>
                <p:oleObj name="Equation" r:id="rId9" imgW="7810200" imgH="81252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5156200"/>
                        <a:ext cx="7810500" cy="812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/>
          <p:cNvGraphicFramePr>
            <a:graphicFrameLocks noChangeAspect="1"/>
          </p:cNvGraphicFramePr>
          <p:nvPr/>
        </p:nvGraphicFramePr>
        <p:xfrm>
          <a:off x="4800600" y="2057400"/>
          <a:ext cx="28575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01" name="Equation" r:id="rId11" imgW="2857320" imgH="812520" progId="Equation.DSMT4">
                  <p:embed/>
                </p:oleObj>
              </mc:Choice>
              <mc:Fallback>
                <p:oleObj name="Equation" r:id="rId11" imgW="2857320" imgH="812520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2057400"/>
                        <a:ext cx="2857500" cy="812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4DFBB-4DB1-424E-93F7-7FB5294A29EC}" type="datetime1">
              <a:rPr lang="en-US" smtClean="0"/>
              <a:t>10/6/2021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Giải Tích I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hàm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dạng</a:t>
            </a:r>
            <a:r>
              <a:rPr lang="en-US" dirty="0"/>
              <a:t>       </a:t>
            </a:r>
            <a:r>
              <a:rPr lang="en-US" dirty="0" err="1"/>
              <a:t>hoặc</a:t>
            </a:r>
            <a:r>
              <a:rPr lang="en-US" dirty="0"/>
              <a:t>  </a:t>
            </a:r>
          </a:p>
          <a:p>
            <a:pPr>
              <a:lnSpc>
                <a:spcPct val="200000"/>
              </a:lnSpc>
            </a:pPr>
            <a:r>
              <a:rPr lang="en-US" dirty="0" err="1"/>
              <a:t>Nếu</a:t>
            </a:r>
            <a:r>
              <a:rPr lang="en-US" dirty="0"/>
              <a:t> </a:t>
            </a:r>
          </a:p>
          <a:p>
            <a:pPr>
              <a:lnSpc>
                <a:spcPct val="200000"/>
              </a:lnSpc>
            </a:pPr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686800" cy="990600"/>
          </a:xfrm>
        </p:spPr>
        <p:txBody>
          <a:bodyPr>
            <a:normAutofit/>
          </a:bodyPr>
          <a:lstStyle/>
          <a:p>
            <a:r>
              <a:rPr lang="en-US" b="1" dirty="0" err="1"/>
              <a:t>Dạng</a:t>
            </a:r>
            <a:r>
              <a:rPr lang="en-US" b="1" dirty="0"/>
              <a:t> </a:t>
            </a: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1447800" y="533400"/>
          <a:ext cx="609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78" name="Equation" r:id="rId3" imgW="609480" imgH="342720" progId="Equation.DSMT4">
                  <p:embed/>
                </p:oleObj>
              </mc:Choice>
              <mc:Fallback>
                <p:oleObj name="Equation" r:id="rId3" imgW="609480" imgH="34272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533400"/>
                        <a:ext cx="6096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/>
        </p:nvGraphicFramePr>
        <p:xfrm>
          <a:off x="4876800" y="1371600"/>
          <a:ext cx="228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79" name="Equation" r:id="rId5" imgW="228600" imgH="736560" progId="Equation.DSMT4">
                  <p:embed/>
                </p:oleObj>
              </mc:Choice>
              <mc:Fallback>
                <p:oleObj name="Equation" r:id="rId5" imgW="228600" imgH="73656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1371600"/>
                        <a:ext cx="2286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/>
        </p:nvGraphicFramePr>
        <p:xfrm>
          <a:off x="6019800" y="1371600"/>
          <a:ext cx="3048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80" name="Equation" r:id="rId7" imgW="304560" imgH="723600" progId="Equation.DSMT4">
                  <p:embed/>
                </p:oleObj>
              </mc:Choice>
              <mc:Fallback>
                <p:oleObj name="Equation" r:id="rId7" imgW="304560" imgH="72360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1371600"/>
                        <a:ext cx="304800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/>
        </p:nvGraphicFramePr>
        <p:xfrm>
          <a:off x="1066800" y="2362200"/>
          <a:ext cx="33528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81" name="Equation" r:id="rId9" imgW="3352680" imgH="571320" progId="Equation.DSMT4">
                  <p:embed/>
                </p:oleObj>
              </mc:Choice>
              <mc:Fallback>
                <p:oleObj name="Equation" r:id="rId9" imgW="3352680" imgH="57132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2362200"/>
                        <a:ext cx="3352800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4" name="Object 6"/>
          <p:cNvGraphicFramePr>
            <a:graphicFrameLocks noChangeAspect="1"/>
          </p:cNvGraphicFramePr>
          <p:nvPr/>
        </p:nvGraphicFramePr>
        <p:xfrm>
          <a:off x="1066800" y="3124200"/>
          <a:ext cx="35814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82" name="Equation" r:id="rId11" imgW="3581280" imgH="888840" progId="Equation.DSMT4">
                  <p:embed/>
                </p:oleObj>
              </mc:Choice>
              <mc:Fallback>
                <p:oleObj name="Equation" r:id="rId11" imgW="3581280" imgH="88884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3124200"/>
                        <a:ext cx="35814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/>
          <p:cNvGraphicFramePr>
            <a:graphicFrameLocks noChangeAspect="1"/>
          </p:cNvGraphicFramePr>
          <p:nvPr/>
        </p:nvGraphicFramePr>
        <p:xfrm>
          <a:off x="1066800" y="4368800"/>
          <a:ext cx="36703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83" name="Equation" r:id="rId13" imgW="3670200" imgH="888840" progId="Equation.DSMT4">
                  <p:embed/>
                </p:oleObj>
              </mc:Choice>
              <mc:Fallback>
                <p:oleObj name="Equation" r:id="rId13" imgW="3670200" imgH="888840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4368800"/>
                        <a:ext cx="3670300" cy="889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E6E78-6EA8-47EF-BB4D-EDCB117ECE75}" type="datetime1">
              <a:rPr lang="en-US" smtClean="0"/>
              <a:t>10/6/2021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Giải Tích I</a:t>
            </a:r>
            <a:endParaRPr 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95400"/>
            <a:ext cx="8686800" cy="50292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b="1" dirty="0" err="1"/>
              <a:t>Ví</a:t>
            </a:r>
            <a:r>
              <a:rPr lang="en-US" b="1" dirty="0"/>
              <a:t> </a:t>
            </a:r>
            <a:r>
              <a:rPr lang="en-US" b="1" dirty="0" err="1"/>
              <a:t>dụ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hạn</a:t>
            </a:r>
            <a:r>
              <a:rPr lang="en-US" dirty="0"/>
              <a:t> </a:t>
            </a:r>
            <a:r>
              <a:rPr lang="en-US" dirty="0" err="1"/>
              <a:t>sau</a:t>
            </a:r>
            <a:endParaRPr lang="en-US" dirty="0"/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b="1" i="1" u="sng" dirty="0" err="1"/>
              <a:t>Hướng</a:t>
            </a:r>
            <a:r>
              <a:rPr lang="en-US" b="1" i="1" u="sng" dirty="0"/>
              <a:t> </a:t>
            </a:r>
            <a:r>
              <a:rPr lang="en-US" b="1" i="1" u="sng" dirty="0" err="1"/>
              <a:t>dẫn</a:t>
            </a:r>
            <a:r>
              <a:rPr lang="en-US" b="1" i="1" u="sng" dirty="0"/>
              <a:t>:</a:t>
            </a:r>
          </a:p>
          <a:p>
            <a:endParaRPr lang="en-US" dirty="0"/>
          </a:p>
          <a:p>
            <a:endParaRPr lang="en-US" b="1" dirty="0"/>
          </a:p>
        </p:txBody>
      </p:sp>
      <p:graphicFrame>
        <p:nvGraphicFramePr>
          <p:cNvPr id="23554" name="Object 2"/>
          <p:cNvGraphicFramePr>
            <a:graphicFrameLocks noChangeAspect="1"/>
          </p:cNvGraphicFramePr>
          <p:nvPr/>
        </p:nvGraphicFramePr>
        <p:xfrm>
          <a:off x="1447800" y="533400"/>
          <a:ext cx="4699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02" name="Equation" r:id="rId3" imgW="469800" imgH="279360" progId="Equation.DSMT4">
                  <p:embed/>
                </p:oleObj>
              </mc:Choice>
              <mc:Fallback>
                <p:oleObj name="Equation" r:id="rId3" imgW="469800" imgH="27936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533400"/>
                        <a:ext cx="469900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686800" cy="990600"/>
          </a:xfrm>
        </p:spPr>
        <p:txBody>
          <a:bodyPr>
            <a:normAutofit/>
          </a:bodyPr>
          <a:lstStyle/>
          <a:p>
            <a:r>
              <a:rPr lang="en-US" b="1" dirty="0" err="1"/>
              <a:t>Dạng</a:t>
            </a:r>
            <a:r>
              <a:rPr lang="en-US" b="1" dirty="0"/>
              <a:t> </a:t>
            </a:r>
          </a:p>
        </p:txBody>
      </p:sp>
      <p:graphicFrame>
        <p:nvGraphicFramePr>
          <p:cNvPr id="23555" name="Object 3"/>
          <p:cNvGraphicFramePr>
            <a:graphicFrameLocks noChangeAspect="1"/>
          </p:cNvGraphicFramePr>
          <p:nvPr/>
        </p:nvGraphicFramePr>
        <p:xfrm>
          <a:off x="1447800" y="533400"/>
          <a:ext cx="609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03" name="Equation" r:id="rId5" imgW="609480" imgH="342720" progId="Equation.DSMT4">
                  <p:embed/>
                </p:oleObj>
              </mc:Choice>
              <mc:Fallback>
                <p:oleObj name="Equation" r:id="rId5" imgW="609480" imgH="34272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533400"/>
                        <a:ext cx="6096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/>
        </p:nvGraphicFramePr>
        <p:xfrm>
          <a:off x="5181600" y="1981200"/>
          <a:ext cx="25654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04" name="Equation" r:id="rId7" imgW="2565360" imgH="723600" progId="Equation.DSMT4">
                  <p:embed/>
                </p:oleObj>
              </mc:Choice>
              <mc:Fallback>
                <p:oleObj name="Equation" r:id="rId7" imgW="2565360" imgH="72360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1981200"/>
                        <a:ext cx="2565400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/>
        </p:nvGraphicFramePr>
        <p:xfrm>
          <a:off x="838200" y="1905000"/>
          <a:ext cx="17907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05" name="Equation" r:id="rId9" imgW="1790640" imgH="736560" progId="Equation.DSMT4">
                  <p:embed/>
                </p:oleObj>
              </mc:Choice>
              <mc:Fallback>
                <p:oleObj name="Equation" r:id="rId9" imgW="1790640" imgH="73656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905000"/>
                        <a:ext cx="17907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/>
          <p:cNvGraphicFramePr>
            <a:graphicFrameLocks noChangeAspect="1"/>
          </p:cNvGraphicFramePr>
          <p:nvPr/>
        </p:nvGraphicFramePr>
        <p:xfrm>
          <a:off x="292100" y="4711700"/>
          <a:ext cx="8699500" cy="153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06" name="Equation" r:id="rId11" imgW="8699400" imgH="1536480" progId="Equation.DSMT4">
                  <p:embed/>
                </p:oleObj>
              </mc:Choice>
              <mc:Fallback>
                <p:oleObj name="Equation" r:id="rId11" imgW="8699400" imgH="153648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100" y="4711700"/>
                        <a:ext cx="8699500" cy="1536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/>
          <p:cNvGraphicFramePr>
            <a:graphicFrameLocks noChangeAspect="1"/>
          </p:cNvGraphicFramePr>
          <p:nvPr/>
        </p:nvGraphicFramePr>
        <p:xfrm>
          <a:off x="317500" y="3124200"/>
          <a:ext cx="3949700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07" name="Equation" r:id="rId13" imgW="3949560" imgH="1447560" progId="Equation.DSMT4">
                  <p:embed/>
                </p:oleObj>
              </mc:Choice>
              <mc:Fallback>
                <p:oleObj name="Equation" r:id="rId13" imgW="3949560" imgH="1447560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500" y="3124200"/>
                        <a:ext cx="3949700" cy="1447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144A0-9DC9-45C5-9053-1B6CD0432D0F}" type="datetime1">
              <a:rPr lang="en-US" smtClean="0"/>
              <a:t>10/6/2021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Giải Tích I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95400"/>
            <a:ext cx="8686800" cy="5029200"/>
          </a:xfrm>
        </p:spPr>
        <p:txBody>
          <a:bodyPr/>
          <a:lstStyle/>
          <a:p>
            <a:r>
              <a:rPr lang="en-US" dirty="0" err="1"/>
              <a:t>Thường</a:t>
            </a:r>
            <a:r>
              <a:rPr lang="en-US" dirty="0"/>
              <a:t> hay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: </a:t>
            </a:r>
          </a:p>
          <a:p>
            <a:pPr lvl="0">
              <a:lnSpc>
                <a:spcPct val="200000"/>
              </a:lnSpc>
            </a:pPr>
            <a:endParaRPr lang="en-US" dirty="0"/>
          </a:p>
          <a:p>
            <a:pPr>
              <a:lnSpc>
                <a:spcPct val="200000"/>
              </a:lnSpc>
            </a:pPr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686800" cy="990600"/>
          </a:xfrm>
        </p:spPr>
        <p:txBody>
          <a:bodyPr>
            <a:normAutofit/>
          </a:bodyPr>
          <a:lstStyle/>
          <a:p>
            <a:r>
              <a:rPr lang="en-US" b="1" dirty="0" err="1"/>
              <a:t>Dạng</a:t>
            </a:r>
            <a:r>
              <a:rPr lang="en-US" b="1" dirty="0"/>
              <a:t> </a:t>
            </a: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1485900" y="412750"/>
          <a:ext cx="3429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26" name="Equation" r:id="rId3" imgW="342720" imgH="419040" progId="Equation.DSMT4">
                  <p:embed/>
                </p:oleObj>
              </mc:Choice>
              <mc:Fallback>
                <p:oleObj name="Equation" r:id="rId3" imgW="342720" imgH="41904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5900" y="412750"/>
                        <a:ext cx="342900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533400" y="1905000"/>
          <a:ext cx="42418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27" name="Equation" r:id="rId5" imgW="4241520" imgH="876240" progId="Equation.DSMT4">
                  <p:embed/>
                </p:oleObj>
              </mc:Choice>
              <mc:Fallback>
                <p:oleObj name="Equation" r:id="rId5" imgW="4241520" imgH="87624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1905000"/>
                        <a:ext cx="4241800" cy="876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/>
        </p:nvGraphicFramePr>
        <p:xfrm>
          <a:off x="596900" y="3975100"/>
          <a:ext cx="45847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28" name="Equation" r:id="rId7" imgW="4584600" imgH="444240" progId="Equation.DSMT4">
                  <p:embed/>
                </p:oleObj>
              </mc:Choice>
              <mc:Fallback>
                <p:oleObj name="Equation" r:id="rId7" imgW="4584600" imgH="44424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900" y="3975100"/>
                        <a:ext cx="4584700" cy="444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/>
        </p:nvGraphicFramePr>
        <p:xfrm>
          <a:off x="533400" y="3048000"/>
          <a:ext cx="57277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29" name="Equation" r:id="rId9" imgW="5727600" imgH="609480" progId="Equation.DSMT4">
                  <p:embed/>
                </p:oleObj>
              </mc:Choice>
              <mc:Fallback>
                <p:oleObj name="Equation" r:id="rId9" imgW="5727600" imgH="60948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3048000"/>
                        <a:ext cx="5727700" cy="60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/>
        </p:nvGraphicFramePr>
        <p:xfrm>
          <a:off x="457200" y="4572000"/>
          <a:ext cx="81407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30" name="Equation" r:id="rId11" imgW="8140680" imgH="609480" progId="Equation.DSMT4">
                  <p:embed/>
                </p:oleObj>
              </mc:Choice>
              <mc:Fallback>
                <p:oleObj name="Equation" r:id="rId11" imgW="8140680" imgH="60948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4572000"/>
                        <a:ext cx="8140700" cy="60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/>
          <p:cNvGraphicFramePr>
            <a:graphicFrameLocks noChangeAspect="1"/>
          </p:cNvGraphicFramePr>
          <p:nvPr/>
        </p:nvGraphicFramePr>
        <p:xfrm>
          <a:off x="1600200" y="5257800"/>
          <a:ext cx="61976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31" name="Equation" r:id="rId13" imgW="6197400" imgH="952200" progId="Equation.DSMT4">
                  <p:embed/>
                </p:oleObj>
              </mc:Choice>
              <mc:Fallback>
                <p:oleObj name="Equation" r:id="rId13" imgW="6197400" imgH="952200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5257800"/>
                        <a:ext cx="6197600" cy="952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4A292-299A-43F9-8F3E-E32739171379}" type="datetime1">
              <a:rPr lang="en-US" smtClean="0"/>
              <a:t>10/6/2021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Giải Tích I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b="1" dirty="0" err="1"/>
              <a:t>Ví</a:t>
            </a:r>
            <a:r>
              <a:rPr lang="en-US" b="1" dirty="0"/>
              <a:t> </a:t>
            </a:r>
            <a:r>
              <a:rPr lang="en-US" b="1" dirty="0" err="1"/>
              <a:t>dụ</a:t>
            </a:r>
            <a:r>
              <a:rPr lang="en-US" dirty="0"/>
              <a:t>: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hạn</a:t>
            </a:r>
            <a:r>
              <a:rPr lang="en-US" dirty="0"/>
              <a:t> </a:t>
            </a:r>
            <a:r>
              <a:rPr lang="en-US" dirty="0" err="1"/>
              <a:t>sau</a:t>
            </a:r>
            <a:endParaRPr lang="en-US" dirty="0"/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b="1" i="1" u="sng" dirty="0" err="1"/>
              <a:t>Hướng</a:t>
            </a:r>
            <a:r>
              <a:rPr lang="en-US" b="1" i="1" u="sng" dirty="0"/>
              <a:t> </a:t>
            </a:r>
            <a:r>
              <a:rPr lang="en-US" b="1" i="1" u="sng" dirty="0" err="1"/>
              <a:t>dẫn</a:t>
            </a:r>
            <a:r>
              <a:rPr lang="en-US" b="1" i="1" u="sng" dirty="0"/>
              <a:t>:</a:t>
            </a:r>
          </a:p>
          <a:p>
            <a:pPr>
              <a:lnSpc>
                <a:spcPct val="150000"/>
              </a:lnSpc>
            </a:pPr>
            <a:endParaRPr lang="en-US" b="1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686800" cy="990600"/>
          </a:xfrm>
        </p:spPr>
        <p:txBody>
          <a:bodyPr>
            <a:normAutofit/>
          </a:bodyPr>
          <a:lstStyle/>
          <a:p>
            <a:r>
              <a:rPr lang="en-US" b="1" dirty="0" err="1"/>
              <a:t>Dạng</a:t>
            </a:r>
            <a:r>
              <a:rPr lang="en-US" b="1" dirty="0"/>
              <a:t> </a:t>
            </a:r>
          </a:p>
        </p:txBody>
      </p:sp>
      <p:graphicFrame>
        <p:nvGraphicFramePr>
          <p:cNvPr id="25602" name="Object 2"/>
          <p:cNvGraphicFramePr>
            <a:graphicFrameLocks noChangeAspect="1"/>
          </p:cNvGraphicFramePr>
          <p:nvPr/>
        </p:nvGraphicFramePr>
        <p:xfrm>
          <a:off x="1485900" y="412750"/>
          <a:ext cx="3429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93" name="Equation" r:id="rId3" imgW="342720" imgH="419040" progId="Equation.DSMT4">
                  <p:embed/>
                </p:oleObj>
              </mc:Choice>
              <mc:Fallback>
                <p:oleObj name="Equation" r:id="rId3" imgW="342720" imgH="41904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5900" y="412750"/>
                        <a:ext cx="342900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381000" y="2019300"/>
          <a:ext cx="19304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94" name="Equation" r:id="rId5" imgW="1930320" imgH="876240" progId="Equation.DSMT4">
                  <p:embed/>
                </p:oleObj>
              </mc:Choice>
              <mc:Fallback>
                <p:oleObj name="Equation" r:id="rId5" imgW="1930320" imgH="87624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2019300"/>
                        <a:ext cx="1930400" cy="876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/>
        </p:nvGraphicFramePr>
        <p:xfrm>
          <a:off x="5994400" y="2108200"/>
          <a:ext cx="22352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95" name="Equation" r:id="rId7" imgW="2234880" imgH="672840" progId="Equation.DSMT4">
                  <p:embed/>
                </p:oleObj>
              </mc:Choice>
              <mc:Fallback>
                <p:oleObj name="Equation" r:id="rId7" imgW="2234880" imgH="67284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94400" y="2108200"/>
                        <a:ext cx="2235200" cy="673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/>
        </p:nvGraphicFramePr>
        <p:xfrm>
          <a:off x="349250" y="3708400"/>
          <a:ext cx="7035800" cy="142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96" name="Equation" r:id="rId9" imgW="7035480" imgH="1422360" progId="Equation.DSMT4">
                  <p:embed/>
                </p:oleObj>
              </mc:Choice>
              <mc:Fallback>
                <p:oleObj name="Equation" r:id="rId9" imgW="7035480" imgH="142236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0" y="3708400"/>
                        <a:ext cx="7035800" cy="1422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/>
        </p:nvGraphicFramePr>
        <p:xfrm>
          <a:off x="419100" y="5257800"/>
          <a:ext cx="67437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97" name="Equation" r:id="rId11" imgW="6743520" imgH="990360" progId="Equation.DSMT4">
                  <p:embed/>
                </p:oleObj>
              </mc:Choice>
              <mc:Fallback>
                <p:oleObj name="Equation" r:id="rId11" imgW="6743520" imgH="99036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" y="5257800"/>
                        <a:ext cx="6743700" cy="990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8D6BC-A71D-4FC5-9F0F-CC00B4B082A7}" type="datetime1">
              <a:rPr lang="en-US" smtClean="0"/>
              <a:t>10/6/2021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Giải Tích I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686800" cy="990600"/>
          </a:xfrm>
        </p:spPr>
        <p:txBody>
          <a:bodyPr>
            <a:normAutofit/>
          </a:bodyPr>
          <a:lstStyle/>
          <a:p>
            <a:r>
              <a:rPr lang="en-US" b="1" dirty="0"/>
              <a:t>4. </a:t>
            </a:r>
            <a:r>
              <a:rPr lang="en-US" b="1" dirty="0" err="1"/>
              <a:t>Tính</a:t>
            </a:r>
            <a:r>
              <a:rPr lang="en-US" b="1" dirty="0"/>
              <a:t> </a:t>
            </a:r>
            <a:r>
              <a:rPr lang="en-US" b="1" dirty="0" err="1"/>
              <a:t>các</a:t>
            </a:r>
            <a:r>
              <a:rPr lang="en-US" b="1" dirty="0"/>
              <a:t> </a:t>
            </a:r>
            <a:r>
              <a:rPr lang="en-US" b="1" dirty="0" err="1"/>
              <a:t>giới</a:t>
            </a:r>
            <a:r>
              <a:rPr lang="en-US" b="1" dirty="0"/>
              <a:t> </a:t>
            </a:r>
            <a:r>
              <a:rPr lang="en-US" b="1" dirty="0" err="1"/>
              <a:t>hạn</a:t>
            </a:r>
            <a:r>
              <a:rPr lang="en-US" b="1" dirty="0"/>
              <a:t> </a:t>
            </a:r>
            <a:r>
              <a:rPr lang="en-US" b="1" dirty="0" err="1"/>
              <a:t>sau</a:t>
            </a:r>
            <a:r>
              <a:rPr lang="en-US" b="1" dirty="0"/>
              <a:t> </a:t>
            </a: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457200" y="1422400"/>
          <a:ext cx="2971800" cy="444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42" name="Equation" r:id="rId3" imgW="2971800" imgH="4444920" progId="Equation.DSMT4">
                  <p:embed/>
                </p:oleObj>
              </mc:Choice>
              <mc:Fallback>
                <p:oleObj name="Equation" r:id="rId3" imgW="2971800" imgH="444492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1422400"/>
                        <a:ext cx="2971800" cy="4445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/>
        </p:nvGraphicFramePr>
        <p:xfrm>
          <a:off x="5486400" y="1447800"/>
          <a:ext cx="2400300" cy="44323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43" name="Equation" r:id="rId5" imgW="2400120" imgH="4431960" progId="Equation.DSMT4">
                  <p:embed/>
                </p:oleObj>
              </mc:Choice>
              <mc:Fallback>
                <p:oleObj name="Equation" r:id="rId5" imgW="2400120" imgH="443196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1447800"/>
                        <a:ext cx="2400300" cy="443230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61371-99A7-49BA-B402-E6D04502E45A}" type="datetime1">
              <a:rPr lang="en-US" smtClean="0"/>
              <a:t>10/6/2021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Giải Tích I</a:t>
            </a:r>
            <a:endParaRPr 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686800" cy="990600"/>
          </a:xfrm>
        </p:spPr>
        <p:txBody>
          <a:bodyPr>
            <a:normAutofit/>
          </a:bodyPr>
          <a:lstStyle/>
          <a:p>
            <a:r>
              <a:rPr lang="en-US" b="1" dirty="0" err="1"/>
              <a:t>Tính</a:t>
            </a:r>
            <a:r>
              <a:rPr lang="en-US" b="1" dirty="0"/>
              <a:t> </a:t>
            </a:r>
            <a:r>
              <a:rPr lang="en-US" b="1" dirty="0" err="1"/>
              <a:t>các</a:t>
            </a:r>
            <a:r>
              <a:rPr lang="en-US" b="1" dirty="0"/>
              <a:t> </a:t>
            </a:r>
            <a:r>
              <a:rPr lang="en-US" b="1" dirty="0" err="1"/>
              <a:t>giới</a:t>
            </a:r>
            <a:r>
              <a:rPr lang="en-US" b="1" dirty="0"/>
              <a:t> </a:t>
            </a:r>
            <a:r>
              <a:rPr lang="en-US" b="1" dirty="0" err="1"/>
              <a:t>hạn</a:t>
            </a:r>
            <a:r>
              <a:rPr lang="en-US" b="1" dirty="0"/>
              <a:t> </a:t>
            </a:r>
            <a:r>
              <a:rPr lang="en-US" b="1" dirty="0" err="1"/>
              <a:t>sau</a:t>
            </a:r>
            <a:r>
              <a:rPr lang="en-US" b="1" dirty="0"/>
              <a:t> </a:t>
            </a: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495300" y="1447800"/>
          <a:ext cx="3086100" cy="427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66" name="Equation" r:id="rId3" imgW="3085920" imgH="4279680" progId="Equation.DSMT4">
                  <p:embed/>
                </p:oleObj>
              </mc:Choice>
              <mc:Fallback>
                <p:oleObj name="Equation" r:id="rId3" imgW="3085920" imgH="427968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" y="1447800"/>
                        <a:ext cx="3086100" cy="427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5232400" y="1371600"/>
          <a:ext cx="3225800" cy="44704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67" name="Equation" r:id="rId5" imgW="3225600" imgH="4470120" progId="Equation.DSMT4">
                  <p:embed/>
                </p:oleObj>
              </mc:Choice>
              <mc:Fallback>
                <p:oleObj name="Equation" r:id="rId5" imgW="3225600" imgH="447012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2400" y="1371600"/>
                        <a:ext cx="3225800" cy="447040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36A63-2EA5-482C-800C-1B8045071C66}" type="datetime1">
              <a:rPr lang="en-US" smtClean="0"/>
              <a:t>10/6/2021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Giải Tích I</a:t>
            </a:r>
            <a:endParaRPr 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686800" cy="990600"/>
          </a:xfrm>
        </p:spPr>
        <p:txBody>
          <a:bodyPr>
            <a:normAutofit/>
          </a:bodyPr>
          <a:lstStyle/>
          <a:p>
            <a:r>
              <a:rPr lang="en-US" b="1" dirty="0" err="1"/>
              <a:t>Tính</a:t>
            </a:r>
            <a:r>
              <a:rPr lang="en-US" b="1" dirty="0"/>
              <a:t> </a:t>
            </a:r>
            <a:r>
              <a:rPr lang="en-US" b="1" dirty="0" err="1"/>
              <a:t>các</a:t>
            </a:r>
            <a:r>
              <a:rPr lang="en-US" b="1" dirty="0"/>
              <a:t> </a:t>
            </a:r>
            <a:r>
              <a:rPr lang="en-US" b="1" dirty="0" err="1"/>
              <a:t>giới</a:t>
            </a:r>
            <a:r>
              <a:rPr lang="en-US" b="1" dirty="0"/>
              <a:t> </a:t>
            </a:r>
            <a:r>
              <a:rPr lang="en-US" b="1" dirty="0" err="1"/>
              <a:t>hạn</a:t>
            </a:r>
            <a:r>
              <a:rPr lang="en-US" b="1" dirty="0"/>
              <a:t> </a:t>
            </a:r>
            <a:r>
              <a:rPr lang="en-US" b="1" dirty="0" err="1"/>
              <a:t>sau</a:t>
            </a:r>
            <a:r>
              <a:rPr lang="en-US" b="1" dirty="0"/>
              <a:t> </a:t>
            </a: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419100" y="1447800"/>
          <a:ext cx="3619500" cy="42799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90" name="Equation" r:id="rId3" imgW="3619440" imgH="4279680" progId="Equation.DSMT4">
                  <p:embed/>
                </p:oleObj>
              </mc:Choice>
              <mc:Fallback>
                <p:oleObj name="Equation" r:id="rId3" imgW="3619440" imgH="427968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" y="1447800"/>
                        <a:ext cx="3619500" cy="427990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5410200" y="1524000"/>
          <a:ext cx="2438400" cy="42545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91" name="Equation" r:id="rId5" imgW="2438280" imgH="4254480" progId="Equation.DSMT4">
                  <p:embed/>
                </p:oleObj>
              </mc:Choice>
              <mc:Fallback>
                <p:oleObj name="Equation" r:id="rId5" imgW="2438280" imgH="425448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1524000"/>
                        <a:ext cx="2438400" cy="425450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316F0-D45A-4C2F-B432-3E494844CBF1}" type="datetime1">
              <a:rPr lang="en-US" smtClean="0"/>
              <a:t>10/6/2021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Giải Tích I</a:t>
            </a:r>
            <a:endParaRPr 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686800" cy="990600"/>
          </a:xfrm>
        </p:spPr>
        <p:txBody>
          <a:bodyPr>
            <a:normAutofit/>
          </a:bodyPr>
          <a:lstStyle/>
          <a:p>
            <a:r>
              <a:rPr lang="en-US" b="1" dirty="0" err="1"/>
              <a:t>Tính</a:t>
            </a:r>
            <a:r>
              <a:rPr lang="en-US" b="1" dirty="0"/>
              <a:t> </a:t>
            </a:r>
            <a:r>
              <a:rPr lang="en-US" b="1" dirty="0" err="1"/>
              <a:t>các</a:t>
            </a:r>
            <a:r>
              <a:rPr lang="en-US" b="1" dirty="0"/>
              <a:t> </a:t>
            </a:r>
            <a:r>
              <a:rPr lang="en-US" b="1" dirty="0" err="1"/>
              <a:t>giới</a:t>
            </a:r>
            <a:r>
              <a:rPr lang="en-US" b="1" dirty="0"/>
              <a:t> </a:t>
            </a:r>
            <a:r>
              <a:rPr lang="en-US" b="1" dirty="0" err="1"/>
              <a:t>hạn</a:t>
            </a:r>
            <a:r>
              <a:rPr lang="en-US" b="1" dirty="0"/>
              <a:t> </a:t>
            </a:r>
            <a:r>
              <a:rPr lang="en-US" b="1" dirty="0" err="1"/>
              <a:t>sau</a:t>
            </a:r>
            <a:r>
              <a:rPr lang="en-US" b="1" dirty="0"/>
              <a:t> </a:t>
            </a: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457200" y="1371599"/>
          <a:ext cx="2806700" cy="49530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14" name="Equation" r:id="rId3" imgW="2806560" imgH="4952880" progId="Equation.DSMT4">
                  <p:embed/>
                </p:oleObj>
              </mc:Choice>
              <mc:Fallback>
                <p:oleObj name="Equation" r:id="rId3" imgW="2806560" imgH="495288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1371599"/>
                        <a:ext cx="2806700" cy="495300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4572000" y="1371600"/>
          <a:ext cx="4152900" cy="41275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15" name="Equation" r:id="rId5" imgW="4152600" imgH="4127400" progId="Equation.DSMT4">
                  <p:embed/>
                </p:oleObj>
              </mc:Choice>
              <mc:Fallback>
                <p:oleObj name="Equation" r:id="rId5" imgW="4152600" imgH="412740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1371600"/>
                        <a:ext cx="4152900" cy="412750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53C9B-167D-41A7-A61F-65F1709F701B}" type="datetime1">
              <a:rPr lang="en-US" smtClean="0"/>
              <a:t>10/6/2021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Giải Tích I</a:t>
            </a:r>
            <a:endParaRPr 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686800" cy="990600"/>
          </a:xfrm>
        </p:spPr>
        <p:txBody>
          <a:bodyPr>
            <a:normAutofit/>
          </a:bodyPr>
          <a:lstStyle/>
          <a:p>
            <a:r>
              <a:rPr lang="en-US" b="1" dirty="0" err="1"/>
              <a:t>Tính</a:t>
            </a:r>
            <a:r>
              <a:rPr lang="en-US" b="1" dirty="0"/>
              <a:t> </a:t>
            </a:r>
            <a:r>
              <a:rPr lang="en-US" b="1" dirty="0" err="1"/>
              <a:t>các</a:t>
            </a:r>
            <a:r>
              <a:rPr lang="en-US" b="1" dirty="0"/>
              <a:t> </a:t>
            </a:r>
            <a:r>
              <a:rPr lang="en-US" b="1" dirty="0" err="1"/>
              <a:t>giới</a:t>
            </a:r>
            <a:r>
              <a:rPr lang="en-US" b="1" dirty="0"/>
              <a:t> </a:t>
            </a:r>
            <a:r>
              <a:rPr lang="en-US" b="1" dirty="0" err="1"/>
              <a:t>hạn</a:t>
            </a:r>
            <a:r>
              <a:rPr lang="en-US" b="1" dirty="0"/>
              <a:t> </a:t>
            </a:r>
            <a:r>
              <a:rPr lang="en-US" b="1" dirty="0" err="1"/>
              <a:t>sau</a:t>
            </a:r>
            <a:r>
              <a:rPr lang="en-US" b="1" dirty="0"/>
              <a:t> </a:t>
            </a: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381000" y="1524000"/>
          <a:ext cx="4064000" cy="410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8" name="Equation" r:id="rId3" imgW="4063680" imgH="4101840" progId="Equation.DSMT4">
                  <p:embed/>
                </p:oleObj>
              </mc:Choice>
              <mc:Fallback>
                <p:oleObj name="Equation" r:id="rId3" imgW="4063680" imgH="410184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524000"/>
                        <a:ext cx="4064000" cy="4102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4851400" y="1295400"/>
          <a:ext cx="4140200" cy="46482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9" name="Equation" r:id="rId5" imgW="4140000" imgH="4647960" progId="Equation.DSMT4">
                  <p:embed/>
                </p:oleObj>
              </mc:Choice>
              <mc:Fallback>
                <p:oleObj name="Equation" r:id="rId5" imgW="4140000" imgH="464796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1400" y="1295400"/>
                        <a:ext cx="4140200" cy="464820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85B5B-211A-4D6C-AB12-6F7D5B2A1B1A}" type="datetime1">
              <a:rPr lang="en-US" smtClean="0"/>
              <a:t>10/6/2021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Giải Tích I</a:t>
            </a:r>
            <a:endParaRPr 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686800" cy="990600"/>
          </a:xfrm>
        </p:spPr>
        <p:txBody>
          <a:bodyPr>
            <a:normAutofit/>
          </a:bodyPr>
          <a:lstStyle/>
          <a:p>
            <a:r>
              <a:rPr lang="en-US" b="1" dirty="0" err="1"/>
              <a:t>Tính</a:t>
            </a:r>
            <a:r>
              <a:rPr lang="en-US" b="1" dirty="0"/>
              <a:t> </a:t>
            </a:r>
            <a:r>
              <a:rPr lang="en-US" b="1" dirty="0" err="1"/>
              <a:t>các</a:t>
            </a:r>
            <a:r>
              <a:rPr lang="en-US" b="1" dirty="0"/>
              <a:t> </a:t>
            </a:r>
            <a:r>
              <a:rPr lang="en-US" b="1" dirty="0" err="1"/>
              <a:t>giới</a:t>
            </a:r>
            <a:r>
              <a:rPr lang="en-US" b="1" dirty="0"/>
              <a:t> </a:t>
            </a:r>
            <a:r>
              <a:rPr lang="en-US" b="1" dirty="0" err="1"/>
              <a:t>hạn</a:t>
            </a:r>
            <a:r>
              <a:rPr lang="en-US" b="1" dirty="0"/>
              <a:t> </a:t>
            </a:r>
            <a:r>
              <a:rPr lang="en-US" b="1" dirty="0" err="1"/>
              <a:t>sau</a:t>
            </a:r>
            <a:r>
              <a:rPr lang="en-US" b="1" dirty="0"/>
              <a:t> </a:t>
            </a: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381000" y="1447800"/>
          <a:ext cx="3797300" cy="477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62" name="Equation" r:id="rId3" imgW="3797280" imgH="4775040" progId="Equation.DSMT4">
                  <p:embed/>
                </p:oleObj>
              </mc:Choice>
              <mc:Fallback>
                <p:oleObj name="Equation" r:id="rId3" imgW="3797280" imgH="477504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447800"/>
                        <a:ext cx="3797300" cy="4775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5308600" y="1295400"/>
          <a:ext cx="2997200" cy="485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63" name="Equation" r:id="rId5" imgW="2997000" imgH="4851360" progId="Equation.DSMT4">
                  <p:embed/>
                </p:oleObj>
              </mc:Choice>
              <mc:Fallback>
                <p:oleObj name="Equation" r:id="rId5" imgW="2997000" imgH="485136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8600" y="1295400"/>
                        <a:ext cx="2997200" cy="4851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882E5-9139-47E1-A58D-E1DE7FD666E8}" type="datetime1">
              <a:rPr lang="en-US" smtClean="0"/>
              <a:t>10/6/2021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Giải Tích I</a:t>
            </a:r>
            <a:endParaRPr lang="en-US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686800" cy="990600"/>
          </a:xfrm>
        </p:spPr>
        <p:txBody>
          <a:bodyPr>
            <a:normAutofit/>
          </a:bodyPr>
          <a:lstStyle/>
          <a:p>
            <a:r>
              <a:rPr lang="en-US" b="1" dirty="0"/>
              <a:t>5. </a:t>
            </a:r>
            <a:r>
              <a:rPr lang="en-US" b="1" dirty="0" err="1"/>
              <a:t>Chứng</a:t>
            </a:r>
            <a:r>
              <a:rPr lang="en-US" b="1" dirty="0"/>
              <a:t> minh </a:t>
            </a:r>
            <a:r>
              <a:rPr lang="en-US" b="1" dirty="0" err="1"/>
              <a:t>rằng</a:t>
            </a:r>
            <a:endParaRPr lang="en-US" b="1" dirty="0"/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381000" y="1600200"/>
          <a:ext cx="31877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86" name="Equation" r:id="rId3" imgW="3187440" imgH="774360" progId="Equation.DSMT4">
                  <p:embed/>
                </p:oleObj>
              </mc:Choice>
              <mc:Fallback>
                <p:oleObj name="Equation" r:id="rId3" imgW="3187440" imgH="77436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600200"/>
                        <a:ext cx="3187700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393700" y="2819400"/>
          <a:ext cx="23495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87" name="Equation" r:id="rId5" imgW="2349360" imgH="736560" progId="Equation.DSMT4">
                  <p:embed/>
                </p:oleObj>
              </mc:Choice>
              <mc:Fallback>
                <p:oleObj name="Equation" r:id="rId5" imgW="2349360" imgH="73656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700" y="2819400"/>
                        <a:ext cx="23495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D4677-5D45-48CF-9FD8-0A6A74A520AB}" type="datetime1">
              <a:rPr lang="en-US" smtClean="0"/>
              <a:t>10/6/2021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Giải Tích I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1677</TotalTime>
  <Words>1176</Words>
  <Application>Microsoft Office PowerPoint</Application>
  <PresentationFormat>On-screen Show (4:3)</PresentationFormat>
  <Paragraphs>232</Paragraphs>
  <Slides>42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42</vt:i4>
      </vt:variant>
    </vt:vector>
  </HeadingPairs>
  <TitlesOfParts>
    <vt:vector size="50" baseType="lpstr">
      <vt:lpstr>Arial</vt:lpstr>
      <vt:lpstr>Calibri</vt:lpstr>
      <vt:lpstr>Cambria Math</vt:lpstr>
      <vt:lpstr>Times New Roman</vt:lpstr>
      <vt:lpstr>Wingdings</vt:lpstr>
      <vt:lpstr>Office Theme</vt:lpstr>
      <vt:lpstr>Equation</vt:lpstr>
      <vt:lpstr>MathType 7.0 Equation</vt:lpstr>
      <vt:lpstr>GIỚI HẠN HÀM SỐ </vt:lpstr>
      <vt:lpstr>Giới thiệu</vt:lpstr>
      <vt:lpstr>Giới thiệu</vt:lpstr>
      <vt:lpstr>Giới thiệu</vt:lpstr>
      <vt:lpstr>1. Định nghĩa</vt:lpstr>
      <vt:lpstr>1. Định nghĩa (Giới hạn hàm số)</vt:lpstr>
      <vt:lpstr>1. Định nghĩa</vt:lpstr>
      <vt:lpstr>1. Định nghĩa</vt:lpstr>
      <vt:lpstr>Giới hạn một phía</vt:lpstr>
      <vt:lpstr>Giới hạn một phía</vt:lpstr>
      <vt:lpstr>Giới hạn một phía</vt:lpstr>
      <vt:lpstr>Giới hạn một phía</vt:lpstr>
      <vt:lpstr>Giới hạn một phía</vt:lpstr>
      <vt:lpstr>2. Một số tính chất</vt:lpstr>
      <vt:lpstr>2. Một số tính chất</vt:lpstr>
      <vt:lpstr>Định lý.</vt:lpstr>
      <vt:lpstr>Chứng minh</vt:lpstr>
      <vt:lpstr>Chứng minh</vt:lpstr>
      <vt:lpstr>Ví dụ</vt:lpstr>
      <vt:lpstr>Định lý</vt:lpstr>
      <vt:lpstr>Ví dụ</vt:lpstr>
      <vt:lpstr>3. Vô cùng bé, vô cùng lớn</vt:lpstr>
      <vt:lpstr>3. Vô cùng bé, vô cùng lớn</vt:lpstr>
      <vt:lpstr>Ví dụ</vt:lpstr>
      <vt:lpstr>4. Một số dạng vô định thường gặp</vt:lpstr>
      <vt:lpstr>Dạng </vt:lpstr>
      <vt:lpstr>Dạng </vt:lpstr>
      <vt:lpstr>Dạng </vt:lpstr>
      <vt:lpstr>Dạng </vt:lpstr>
      <vt:lpstr>Dạng </vt:lpstr>
      <vt:lpstr>Dạng </vt:lpstr>
      <vt:lpstr>Dạng </vt:lpstr>
      <vt:lpstr>Dạng </vt:lpstr>
      <vt:lpstr>Dạng </vt:lpstr>
      <vt:lpstr>Dạng </vt:lpstr>
      <vt:lpstr>4. Tính các giới hạn sau </vt:lpstr>
      <vt:lpstr>Tính các giới hạn sau </vt:lpstr>
      <vt:lpstr>Tính các giới hạn sau </vt:lpstr>
      <vt:lpstr>Tính các giới hạn sau </vt:lpstr>
      <vt:lpstr>Tính các giới hạn sau </vt:lpstr>
      <vt:lpstr>Tính các giới hạn sau </vt:lpstr>
      <vt:lpstr>5. Chứng minh rằng</vt:lpstr>
    </vt:vector>
  </TitlesOfParts>
  <Company>Grizli777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GIỚI HẠN HÀM SỐ</dc:title>
  <dc:creator>DeGarzt</dc:creator>
  <cp:lastModifiedBy>Thao Đào</cp:lastModifiedBy>
  <cp:revision>134</cp:revision>
  <cp:lastPrinted>2021-10-06T05:45:40Z</cp:lastPrinted>
  <dcterms:created xsi:type="dcterms:W3CDTF">2017-09-14T04:04:52Z</dcterms:created>
  <dcterms:modified xsi:type="dcterms:W3CDTF">2021-10-06T08:23:04Z</dcterms:modified>
</cp:coreProperties>
</file>